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28" r:id="rId2"/>
    <p:sldId id="437" r:id="rId3"/>
    <p:sldId id="258" r:id="rId4"/>
    <p:sldId id="257" r:id="rId5"/>
    <p:sldId id="433" r:id="rId6"/>
    <p:sldId id="434" r:id="rId7"/>
    <p:sldId id="435" r:id="rId8"/>
    <p:sldId id="436" r:id="rId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9CFF"/>
    <a:srgbClr val="01BA39"/>
    <a:srgbClr val="F8766D"/>
    <a:srgbClr val="4EA72E"/>
    <a:srgbClr val="196B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ADDB8-01E5-4E87-9D97-8C3DD0AC45B0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B9AF7-9DAF-4CDC-940E-3A4D5B20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61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0B069-9CAC-AC0C-A40A-EE76349E7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541974-04D1-30B0-4C85-7E067E54B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772DB9-3476-9511-BB90-DDDB9F9A8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EF67A1-9C1C-F881-92E1-18AC0461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13531-406A-BEFC-4E2E-E5B468693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8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15854-E939-C28B-EAEF-043C1C91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D5573-9313-58F4-C314-B23B98884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5F3BB0-10C0-ACED-0D98-874B438B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8593B1-6CBE-2BBD-D5B3-7CA09619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054442-2C94-F4F2-39C5-43BD46B8D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12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F2303-17D4-46CF-C9F3-6D0706460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230F7D-B0E0-8FB8-0824-E1D7D3A69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7CBC2-2B2C-4765-E733-F3C5A6AF2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1273C1-6769-1415-B4A2-FE16D8473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31F392-5715-DAF9-1B00-58456F0B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99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BC11E-CA14-DFC1-0434-B608365C8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AC1601-749F-8EA5-1252-60CD4ED25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319BFF8-CE5F-98D0-0D68-1BDA8EBAF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79C80A-BAEE-B144-D7E9-521A872CC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E8A849-240A-1B83-EB55-346B4F03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A53ED7-CBB2-B4F8-F5E8-FE25A567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35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F425A-8C31-7F3A-48BD-53FA5B05A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2EAE06-847B-8342-FE59-E5A4C2107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EF195C-01E3-397A-712B-DCA54BAE1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B0B720-D4D1-CD7D-3E04-7EED7FC44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CCE207-58CD-C5F9-5938-3479B53BF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9EE36D-423A-B730-732B-B69DD6F53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917992-07A4-6224-5CFF-43E80256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59E153-3A60-EBE4-DFC7-38B505AA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522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90E8A-073C-E3FA-8D0D-73A6A589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64EAD4-AA10-EFBF-DBE1-79B22423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E5B727-F54B-E6DD-C976-E048DE416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16B2F6-7138-2486-C5E5-9CE75EBA6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29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24FCD7-FEDF-466F-90E0-BA526B8D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10C59C-B6B9-B598-40D1-F0F98069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A8151E-24BD-0D6A-2E85-03439B6F8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299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84150-5357-761E-8BDE-970049556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BB8F8F-12F0-08CC-0857-BF30736B0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438313-7700-C314-F6B6-56B9C833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FC658F-9ECF-356B-CBC2-CAFD9696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F8AAFB-918F-8E6F-601A-FF0095F25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C59D22-DCAC-5130-BB6A-D2FDB1932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750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D0360-1BE8-2E6A-79B8-721E4DFD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716A1A8-15FF-F1B4-5F7A-6EF6516D93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648E24-77D4-891D-F364-1EC676CE4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436D43-0E22-D57B-BA33-18FBC988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5BD1AD-9A4B-73E6-3E8E-230CA616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E8D44F-C676-2EA6-B176-9194A9B37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411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5709E-09AA-4270-41BB-2D57A89E1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3FEFB3-2506-1630-0850-B18C75201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EAD19-43F0-C318-B9C5-8D18A4E1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792404-81C7-F3F8-992B-732510B49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1EDEC9-1E4C-AB05-CC94-EF7F00B9B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88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7D3ADC-79B3-CCF2-F741-2A2D36912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FFB001-2791-EF7D-B6FC-F9289C759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673894-AE75-5E52-5F75-8CFF79C40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FABBFB-C898-AEB6-8A42-35AA12D2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E21CB-884B-882A-F0CF-6335FC7C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38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CA5600-428C-070D-3A4F-76079530E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E761E6-B47C-B34D-EAE8-9A999CAC8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CACF0C-854B-4FFC-85B5-5B9337827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9342B-5509-4EB3-95A4-BBDAF96E91B7}" type="datetimeFigureOut">
              <a:rPr lang="ko-KR" altLang="en-US" smtClean="0"/>
              <a:t>2026-09-04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AFE5ED-42C0-B17B-7E8B-068ABCD84B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E7AC79-7747-6056-38E1-EE510EBC0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0BFED-070F-457C-BB68-9CB70CB7C0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30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84FBB-76BA-2811-9C73-D3DE6273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309712-D731-7082-917C-39BEA28B35C2}"/>
              </a:ext>
            </a:extLst>
          </p:cNvPr>
          <p:cNvSpPr txBox="1"/>
          <p:nvPr/>
        </p:nvSpPr>
        <p:spPr>
          <a:xfrm>
            <a:off x="157781" y="36339"/>
            <a:ext cx="556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Figure5. Taxonomic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9881CCD-85BF-7404-6EF6-AC71BA575FFB}"/>
              </a:ext>
            </a:extLst>
          </p:cNvPr>
          <p:cNvSpPr/>
          <p:nvPr/>
        </p:nvSpPr>
        <p:spPr>
          <a:xfrm>
            <a:off x="3486000" y="77857"/>
            <a:ext cx="5220000" cy="158332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14C1CE5-7DEF-E737-DD15-E6BDBB728B15}"/>
              </a:ext>
            </a:extLst>
          </p:cNvPr>
          <p:cNvSpPr/>
          <p:nvPr/>
        </p:nvSpPr>
        <p:spPr>
          <a:xfrm flipH="1">
            <a:off x="2525003" y="505350"/>
            <a:ext cx="212913" cy="54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05734F-1458-9818-3DB8-25BC0CD50C78}"/>
              </a:ext>
            </a:extLst>
          </p:cNvPr>
          <p:cNvSpPr/>
          <p:nvPr/>
        </p:nvSpPr>
        <p:spPr>
          <a:xfrm>
            <a:off x="3486000" y="314383"/>
            <a:ext cx="2592000" cy="495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19C46E-7D7B-1961-D888-BAF51B57907B}"/>
              </a:ext>
            </a:extLst>
          </p:cNvPr>
          <p:cNvSpPr/>
          <p:nvPr/>
        </p:nvSpPr>
        <p:spPr>
          <a:xfrm rot="5400000">
            <a:off x="1980249" y="1326185"/>
            <a:ext cx="1800000" cy="15833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3CDF4B-A799-09A6-EDEC-D837BBCFB34B}"/>
              </a:ext>
            </a:extLst>
          </p:cNvPr>
          <p:cNvSpPr/>
          <p:nvPr/>
        </p:nvSpPr>
        <p:spPr>
          <a:xfrm rot="5400000">
            <a:off x="1980249" y="3157422"/>
            <a:ext cx="1800000" cy="15833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493EA1-F416-35F5-7D20-106369805C2A}"/>
              </a:ext>
            </a:extLst>
          </p:cNvPr>
          <p:cNvSpPr/>
          <p:nvPr/>
        </p:nvSpPr>
        <p:spPr>
          <a:xfrm rot="5400000">
            <a:off x="1992528" y="4998184"/>
            <a:ext cx="1800000" cy="15833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490163-0E65-9797-D12C-101575330F6E}"/>
              </a:ext>
            </a:extLst>
          </p:cNvPr>
          <p:cNvSpPr/>
          <p:nvPr/>
        </p:nvSpPr>
        <p:spPr>
          <a:xfrm>
            <a:off x="6114000" y="314383"/>
            <a:ext cx="2592000" cy="6115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6E03FA-6A24-CDBE-DA07-EF06F7D16220}"/>
              </a:ext>
            </a:extLst>
          </p:cNvPr>
          <p:cNvSpPr/>
          <p:nvPr/>
        </p:nvSpPr>
        <p:spPr>
          <a:xfrm rot="5400000">
            <a:off x="2850035" y="1993087"/>
            <a:ext cx="540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B40B2F-3B54-9CDF-4B5C-0530043503BA}"/>
              </a:ext>
            </a:extLst>
          </p:cNvPr>
          <p:cNvSpPr/>
          <p:nvPr/>
        </p:nvSpPr>
        <p:spPr>
          <a:xfrm rot="5400000">
            <a:off x="2508035" y="1075087"/>
            <a:ext cx="1224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F4E0ED-CB67-3DF1-B20A-35B72F8774E3}"/>
              </a:ext>
            </a:extLst>
          </p:cNvPr>
          <p:cNvSpPr/>
          <p:nvPr/>
        </p:nvSpPr>
        <p:spPr>
          <a:xfrm rot="5400000">
            <a:off x="2850035" y="3824325"/>
            <a:ext cx="540000" cy="84526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0905D99-4492-CEE6-6110-8A064744AE65}"/>
              </a:ext>
            </a:extLst>
          </p:cNvPr>
          <p:cNvSpPr/>
          <p:nvPr/>
        </p:nvSpPr>
        <p:spPr>
          <a:xfrm rot="5400000">
            <a:off x="2508034" y="2906323"/>
            <a:ext cx="1224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2CDEA8E-6A6C-5667-6030-601FEE3A8C89}"/>
              </a:ext>
            </a:extLst>
          </p:cNvPr>
          <p:cNvSpPr/>
          <p:nvPr/>
        </p:nvSpPr>
        <p:spPr>
          <a:xfrm rot="5400000">
            <a:off x="2562034" y="4693085"/>
            <a:ext cx="1116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A8783F-1F16-D3FB-A973-26D339CB70A4}"/>
              </a:ext>
            </a:extLst>
          </p:cNvPr>
          <p:cNvSpPr/>
          <p:nvPr/>
        </p:nvSpPr>
        <p:spPr>
          <a:xfrm rot="5400000">
            <a:off x="2796035" y="5611085"/>
            <a:ext cx="648000" cy="84529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F0D6C71-F31F-88AC-2E7D-EEC9E0B4D9F6}"/>
              </a:ext>
            </a:extLst>
          </p:cNvPr>
          <p:cNvSpPr/>
          <p:nvPr/>
        </p:nvSpPr>
        <p:spPr>
          <a:xfrm>
            <a:off x="3438965" y="633034"/>
            <a:ext cx="411013" cy="102378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68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089CA-5C8A-BAD6-9821-23F91E105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448050" cy="501650"/>
          </a:xfrm>
        </p:spPr>
        <p:txBody>
          <a:bodyPr>
            <a:normAutofit/>
          </a:bodyPr>
          <a:lstStyle/>
          <a:p>
            <a:r>
              <a:rPr lang="ko-KR" altLang="en-US" sz="1500" dirty="0"/>
              <a:t>샘플 채취 장소 이미지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023B75-92D6-DB2A-FF7D-B68ABCB4E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610" y="866776"/>
            <a:ext cx="7450715" cy="559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1EF21-9808-AFB0-A318-8FE6F5CD1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그래픽 127">
            <a:extLst>
              <a:ext uri="{FF2B5EF4-FFF2-40B4-BE49-F238E27FC236}">
                <a16:creationId xmlns:a16="http://schemas.microsoft.com/office/drawing/2014/main" id="{59F81FBB-E467-6BF0-4875-F5DE154C2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9767" y="3150012"/>
            <a:ext cx="1341141" cy="1484634"/>
          </a:xfrm>
          <a:prstGeom prst="rect">
            <a:avLst/>
          </a:prstGeom>
        </p:spPr>
      </p:pic>
      <p:pic>
        <p:nvPicPr>
          <p:cNvPr id="103" name="그래픽 102">
            <a:extLst>
              <a:ext uri="{FF2B5EF4-FFF2-40B4-BE49-F238E27FC236}">
                <a16:creationId xmlns:a16="http://schemas.microsoft.com/office/drawing/2014/main" id="{3DB7652A-9929-D721-C702-E690A625E5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9694" y="3169684"/>
            <a:ext cx="1341141" cy="1464962"/>
          </a:xfrm>
          <a:prstGeom prst="rect">
            <a:avLst/>
          </a:prstGeom>
        </p:spPr>
      </p:pic>
      <p:pic>
        <p:nvPicPr>
          <p:cNvPr id="41" name="그래픽 40">
            <a:extLst>
              <a:ext uri="{FF2B5EF4-FFF2-40B4-BE49-F238E27FC236}">
                <a16:creationId xmlns:a16="http://schemas.microsoft.com/office/drawing/2014/main" id="{12F12BB0-937C-D3D7-3A4B-FDF014B00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41720" y="1353325"/>
            <a:ext cx="1332637" cy="1442862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E3F1FE8F-6CC0-5513-46EF-C15BDF66D9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0208" y="1353325"/>
            <a:ext cx="1372087" cy="14248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FE4DAE2B-0AE5-6D38-3F97-D082451617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1227" y="1304741"/>
            <a:ext cx="1376773" cy="15187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671093-70BC-DE2A-F813-9AC244CED88D}"/>
              </a:ext>
            </a:extLst>
          </p:cNvPr>
          <p:cNvSpPr txBox="1"/>
          <p:nvPr/>
        </p:nvSpPr>
        <p:spPr>
          <a:xfrm>
            <a:off x="157782" y="36339"/>
            <a:ext cx="3028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Figure 2. Alpha diversity</a:t>
            </a:r>
            <a:endParaRPr lang="ko-KR" altLang="en-US" sz="16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89F8BC-8381-1CCB-49DF-A19719CDE8BE}"/>
              </a:ext>
            </a:extLst>
          </p:cNvPr>
          <p:cNvSpPr/>
          <p:nvPr/>
        </p:nvSpPr>
        <p:spPr>
          <a:xfrm flipH="1">
            <a:off x="2296403" y="1093347"/>
            <a:ext cx="212913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068816-ADB4-31D6-EE21-2E8A2C077195}"/>
              </a:ext>
            </a:extLst>
          </p:cNvPr>
          <p:cNvSpPr/>
          <p:nvPr/>
        </p:nvSpPr>
        <p:spPr>
          <a:xfrm>
            <a:off x="578498" y="974609"/>
            <a:ext cx="289249" cy="338554"/>
          </a:xfrm>
          <a:prstGeom prst="rect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8766D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58BA60B-FC42-7220-4222-ABC99E34E9B2}"/>
              </a:ext>
            </a:extLst>
          </p:cNvPr>
          <p:cNvSpPr/>
          <p:nvPr/>
        </p:nvSpPr>
        <p:spPr>
          <a:xfrm>
            <a:off x="601066" y="1443744"/>
            <a:ext cx="289249" cy="338554"/>
          </a:xfrm>
          <a:prstGeom prst="rect">
            <a:avLst/>
          </a:prstGeom>
          <a:solidFill>
            <a:srgbClr val="01BA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ED10A8B-120E-21AD-75BF-AB45C25F3AAA}"/>
              </a:ext>
            </a:extLst>
          </p:cNvPr>
          <p:cNvSpPr/>
          <p:nvPr/>
        </p:nvSpPr>
        <p:spPr>
          <a:xfrm>
            <a:off x="601066" y="1912879"/>
            <a:ext cx="289249" cy="338554"/>
          </a:xfrm>
          <a:prstGeom prst="rect">
            <a:avLst/>
          </a:prstGeom>
          <a:solidFill>
            <a:srgbClr val="619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92F0BA-4BE9-74F8-2FCE-2B06EBE4DE52}"/>
              </a:ext>
            </a:extLst>
          </p:cNvPr>
          <p:cNvSpPr txBox="1"/>
          <p:nvPr/>
        </p:nvSpPr>
        <p:spPr>
          <a:xfrm>
            <a:off x="6189322" y="1121922"/>
            <a:ext cx="26770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Chao1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6622EAB-D589-102E-BF40-5D5F1DF10DF5}"/>
              </a:ext>
            </a:extLst>
          </p:cNvPr>
          <p:cNvSpPr txBox="1"/>
          <p:nvPr/>
        </p:nvSpPr>
        <p:spPr>
          <a:xfrm>
            <a:off x="4228937" y="2993922"/>
            <a:ext cx="359073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Shannon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34B8FC-1CD4-D482-EC52-0F93AC5F3414}"/>
              </a:ext>
            </a:extLst>
          </p:cNvPr>
          <p:cNvSpPr txBox="1"/>
          <p:nvPr/>
        </p:nvSpPr>
        <p:spPr>
          <a:xfrm>
            <a:off x="6139956" y="2993922"/>
            <a:ext cx="360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Simpson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57E2BA-92C1-4512-DC72-C29A75ECFD22}"/>
              </a:ext>
            </a:extLst>
          </p:cNvPr>
          <p:cNvSpPr txBox="1"/>
          <p:nvPr/>
        </p:nvSpPr>
        <p:spPr>
          <a:xfrm>
            <a:off x="8129101" y="1133041"/>
            <a:ext cx="20518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ACE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25BBCCE-E31E-2B41-7B41-F45993287F6B}"/>
              </a:ext>
            </a:extLst>
          </p:cNvPr>
          <p:cNvSpPr txBox="1"/>
          <p:nvPr/>
        </p:nvSpPr>
        <p:spPr>
          <a:xfrm>
            <a:off x="3257401" y="1093346"/>
            <a:ext cx="11060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ko-KR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D7E6D8B-7040-89EF-694F-855F9292C23E}"/>
              </a:ext>
            </a:extLst>
          </p:cNvPr>
          <p:cNvSpPr txBox="1"/>
          <p:nvPr/>
        </p:nvSpPr>
        <p:spPr>
          <a:xfrm>
            <a:off x="3257401" y="296534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ko-KR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1318840A-CADF-BDDF-784A-4D62C6086E44}"/>
              </a:ext>
            </a:extLst>
          </p:cNvPr>
          <p:cNvSpPr/>
          <p:nvPr/>
        </p:nvSpPr>
        <p:spPr>
          <a:xfrm rot="16200000">
            <a:off x="4307032" y="2176133"/>
            <a:ext cx="152329" cy="139243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ADECA45-9553-D81A-6846-6E987DEC9298}"/>
              </a:ext>
            </a:extLst>
          </p:cNvPr>
          <p:cNvSpPr txBox="1"/>
          <p:nvPr/>
        </p:nvSpPr>
        <p:spPr>
          <a:xfrm rot="-5400000">
            <a:off x="6881568" y="1942911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F521E23-8327-DB31-D669-FA57E4571084}"/>
              </a:ext>
            </a:extLst>
          </p:cNvPr>
          <p:cNvSpPr txBox="1"/>
          <p:nvPr/>
        </p:nvSpPr>
        <p:spPr>
          <a:xfrm>
            <a:off x="4195489" y="1121922"/>
            <a:ext cx="39113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Observed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A05386-3896-18A2-E9D0-765B9484742E}"/>
              </a:ext>
            </a:extLst>
          </p:cNvPr>
          <p:cNvSpPr txBox="1"/>
          <p:nvPr/>
        </p:nvSpPr>
        <p:spPr>
          <a:xfrm rot="-5400000">
            <a:off x="3048851" y="1931792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DF406E41-44BD-DCDD-D14C-DEB4A9CC77E0}"/>
              </a:ext>
            </a:extLst>
          </p:cNvPr>
          <p:cNvCxnSpPr>
            <a:cxnSpLocks/>
          </p:cNvCxnSpPr>
          <p:nvPr/>
        </p:nvCxnSpPr>
        <p:spPr>
          <a:xfrm flipH="1">
            <a:off x="3625727" y="2778125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3D4CCCDC-EF8A-390A-4D81-6E46504FD914}"/>
              </a:ext>
            </a:extLst>
          </p:cNvPr>
          <p:cNvSpPr txBox="1"/>
          <p:nvPr/>
        </p:nvSpPr>
        <p:spPr>
          <a:xfrm>
            <a:off x="3834096" y="2797280"/>
            <a:ext cx="1667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8461CAC-7728-0987-1DFF-C07E36CF7D4D}"/>
              </a:ext>
            </a:extLst>
          </p:cNvPr>
          <p:cNvSpPr txBox="1"/>
          <p:nvPr/>
        </p:nvSpPr>
        <p:spPr>
          <a:xfrm>
            <a:off x="4648051" y="2797279"/>
            <a:ext cx="3799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Park 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875CB85-947F-1636-F8E7-AEC1709F72B7}"/>
              </a:ext>
            </a:extLst>
          </p:cNvPr>
          <p:cNvGrpSpPr/>
          <p:nvPr/>
        </p:nvGrpSpPr>
        <p:grpSpPr>
          <a:xfrm>
            <a:off x="3483306" y="1450917"/>
            <a:ext cx="102592" cy="1366134"/>
            <a:chOff x="3483306" y="1450917"/>
            <a:chExt cx="102592" cy="1366134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7D3BCDE-EB8D-F730-0F16-6A3115CC2BC3}"/>
                </a:ext>
              </a:extLst>
            </p:cNvPr>
            <p:cNvSpPr txBox="1"/>
            <p:nvPr/>
          </p:nvSpPr>
          <p:spPr>
            <a:xfrm>
              <a:off x="3483306" y="1450917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60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80A9B18-C7C3-55CE-D3BD-F8FD9809C6A8}"/>
                </a:ext>
              </a:extLst>
            </p:cNvPr>
            <p:cNvSpPr txBox="1"/>
            <p:nvPr/>
          </p:nvSpPr>
          <p:spPr>
            <a:xfrm>
              <a:off x="3483306" y="2318678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20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8941A37-4EEC-3CC9-AC0D-53EA4A258896}"/>
                </a:ext>
              </a:extLst>
            </p:cNvPr>
            <p:cNvSpPr txBox="1"/>
            <p:nvPr/>
          </p:nvSpPr>
          <p:spPr>
            <a:xfrm>
              <a:off x="3483306" y="1867120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40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5DC0261-4706-7008-2684-5B4B82076187}"/>
                </a:ext>
              </a:extLst>
            </p:cNvPr>
            <p:cNvSpPr txBox="1"/>
            <p:nvPr/>
          </p:nvSpPr>
          <p:spPr>
            <a:xfrm>
              <a:off x="3534602" y="2693940"/>
              <a:ext cx="5129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1380DBD9-B7B6-0A9C-05D2-4319197D8693}"/>
              </a:ext>
            </a:extLst>
          </p:cNvPr>
          <p:cNvCxnSpPr>
            <a:cxnSpLocks/>
          </p:cNvCxnSpPr>
          <p:nvPr/>
        </p:nvCxnSpPr>
        <p:spPr>
          <a:xfrm flipH="1">
            <a:off x="5567173" y="2778125"/>
            <a:ext cx="1512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38F8254-09F9-277D-BE1D-D9C5FC0D0577}"/>
              </a:ext>
            </a:extLst>
          </p:cNvPr>
          <p:cNvSpPr txBox="1"/>
          <p:nvPr/>
        </p:nvSpPr>
        <p:spPr>
          <a:xfrm rot="-5400000">
            <a:off x="4965251" y="1931792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550D24D9-EF3E-243B-679A-ECE464C472E5}"/>
              </a:ext>
            </a:extLst>
          </p:cNvPr>
          <p:cNvSpPr/>
          <p:nvPr/>
        </p:nvSpPr>
        <p:spPr>
          <a:xfrm rot="16200000">
            <a:off x="6203297" y="2194896"/>
            <a:ext cx="152329" cy="139243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813CEB2C-B195-6423-13A6-D1F0E8CE66CE}"/>
              </a:ext>
            </a:extLst>
          </p:cNvPr>
          <p:cNvSpPr/>
          <p:nvPr/>
        </p:nvSpPr>
        <p:spPr>
          <a:xfrm rot="16200000">
            <a:off x="8039806" y="2228254"/>
            <a:ext cx="234337" cy="139243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F67A3F0-CBD3-3F27-FC5A-0ECEA2C4976C}"/>
              </a:ext>
            </a:extLst>
          </p:cNvPr>
          <p:cNvSpPr txBox="1"/>
          <p:nvPr/>
        </p:nvSpPr>
        <p:spPr>
          <a:xfrm>
            <a:off x="8105770" y="2993922"/>
            <a:ext cx="25648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Fisher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69590B17-C31E-F9DB-9C6F-7AF029D3AD51}"/>
              </a:ext>
            </a:extLst>
          </p:cNvPr>
          <p:cNvSpPr txBox="1"/>
          <p:nvPr/>
        </p:nvSpPr>
        <p:spPr>
          <a:xfrm rot="-5400000">
            <a:off x="3048851" y="3784741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8DA8DDD-D8B1-9865-B9F2-A24269FCE8BE}"/>
              </a:ext>
            </a:extLst>
          </p:cNvPr>
          <p:cNvSpPr txBox="1"/>
          <p:nvPr/>
        </p:nvSpPr>
        <p:spPr>
          <a:xfrm rot="-5400000">
            <a:off x="4974776" y="3784741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703497E-41B9-B504-3D18-AC68F63B84C6}"/>
              </a:ext>
            </a:extLst>
          </p:cNvPr>
          <p:cNvSpPr txBox="1"/>
          <p:nvPr/>
        </p:nvSpPr>
        <p:spPr>
          <a:xfrm rot="-5400000">
            <a:off x="6881651" y="3784741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3F9630-242D-5B04-FAE4-34ABE0205FB2}"/>
              </a:ext>
            </a:extLst>
          </p:cNvPr>
          <p:cNvSpPr/>
          <p:nvPr/>
        </p:nvSpPr>
        <p:spPr>
          <a:xfrm rot="5400000">
            <a:off x="1753087" y="3784745"/>
            <a:ext cx="1800000" cy="161203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429E81C-B729-7451-B236-7FA7061A6C53}"/>
              </a:ext>
            </a:extLst>
          </p:cNvPr>
          <p:cNvSpPr/>
          <p:nvPr/>
        </p:nvSpPr>
        <p:spPr>
          <a:xfrm rot="5400000">
            <a:off x="1753156" y="1912676"/>
            <a:ext cx="1800000" cy="16134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5DA2E9-2E07-A8B6-7E2B-D51D66AD5AFF}"/>
              </a:ext>
            </a:extLst>
          </p:cNvPr>
          <p:cNvSpPr/>
          <p:nvPr/>
        </p:nvSpPr>
        <p:spPr>
          <a:xfrm>
            <a:off x="3257401" y="579853"/>
            <a:ext cx="1908000" cy="184665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771F96-8E60-FB71-A337-39DF48565185}"/>
              </a:ext>
            </a:extLst>
          </p:cNvPr>
          <p:cNvSpPr/>
          <p:nvPr/>
        </p:nvSpPr>
        <p:spPr>
          <a:xfrm>
            <a:off x="3257401" y="355943"/>
            <a:ext cx="5724000" cy="158332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A890AD-B918-88FF-FF97-75228225ABCF}"/>
              </a:ext>
            </a:extLst>
          </p:cNvPr>
          <p:cNvSpPr/>
          <p:nvPr/>
        </p:nvSpPr>
        <p:spPr>
          <a:xfrm>
            <a:off x="5165401" y="579855"/>
            <a:ext cx="1908000" cy="184664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56C311-2666-9882-34A0-49D29D0A69D5}"/>
              </a:ext>
            </a:extLst>
          </p:cNvPr>
          <p:cNvSpPr/>
          <p:nvPr/>
        </p:nvSpPr>
        <p:spPr>
          <a:xfrm>
            <a:off x="7073401" y="579854"/>
            <a:ext cx="1908000" cy="184664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48DA671-BA8B-9FB0-E0BA-CD496EB41B95}"/>
              </a:ext>
            </a:extLst>
          </p:cNvPr>
          <p:cNvCxnSpPr>
            <a:cxnSpLocks/>
          </p:cNvCxnSpPr>
          <p:nvPr/>
        </p:nvCxnSpPr>
        <p:spPr>
          <a:xfrm flipH="1">
            <a:off x="3625588" y="1313163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C4167C51-EEB9-A84F-1CB6-E381B69685DA}"/>
              </a:ext>
            </a:extLst>
          </p:cNvPr>
          <p:cNvGrpSpPr/>
          <p:nvPr/>
        </p:nvGrpSpPr>
        <p:grpSpPr>
          <a:xfrm>
            <a:off x="5428375" y="1450917"/>
            <a:ext cx="102592" cy="1366134"/>
            <a:chOff x="3483306" y="1450917"/>
            <a:chExt cx="102592" cy="136613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9345474-3716-DF0C-9B3E-141BA64406AC}"/>
                </a:ext>
              </a:extLst>
            </p:cNvPr>
            <p:cNvSpPr txBox="1"/>
            <p:nvPr/>
          </p:nvSpPr>
          <p:spPr>
            <a:xfrm>
              <a:off x="3483306" y="1450917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60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F429E7-F212-15BA-8FF3-A696E3751A86}"/>
                </a:ext>
              </a:extLst>
            </p:cNvPr>
            <p:cNvSpPr txBox="1"/>
            <p:nvPr/>
          </p:nvSpPr>
          <p:spPr>
            <a:xfrm>
              <a:off x="3483306" y="2318678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20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0E3783-00C2-C3B7-1AF5-7AB2F337F6CC}"/>
                </a:ext>
              </a:extLst>
            </p:cNvPr>
            <p:cNvSpPr txBox="1"/>
            <p:nvPr/>
          </p:nvSpPr>
          <p:spPr>
            <a:xfrm>
              <a:off x="3483306" y="1867120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40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DC22E5-78C8-ABAC-8526-A604736AE9E4}"/>
                </a:ext>
              </a:extLst>
            </p:cNvPr>
            <p:cNvSpPr txBox="1"/>
            <p:nvPr/>
          </p:nvSpPr>
          <p:spPr>
            <a:xfrm>
              <a:off x="3534602" y="2693940"/>
              <a:ext cx="5129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3388FA8-4332-D87C-C56C-3E70976D5C62}"/>
              </a:ext>
            </a:extLst>
          </p:cNvPr>
          <p:cNvCxnSpPr>
            <a:cxnSpLocks/>
          </p:cNvCxnSpPr>
          <p:nvPr/>
        </p:nvCxnSpPr>
        <p:spPr>
          <a:xfrm flipH="1">
            <a:off x="5564108" y="1313163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64733BE-F0B9-9EBF-D6C8-D36A9C04C247}"/>
              </a:ext>
            </a:extLst>
          </p:cNvPr>
          <p:cNvSpPr txBox="1"/>
          <p:nvPr/>
        </p:nvSpPr>
        <p:spPr>
          <a:xfrm>
            <a:off x="5754715" y="2797279"/>
            <a:ext cx="1667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D85422-92EA-53DE-6BB7-1EB4CB0B213B}"/>
              </a:ext>
            </a:extLst>
          </p:cNvPr>
          <p:cNvSpPr txBox="1"/>
          <p:nvPr/>
        </p:nvSpPr>
        <p:spPr>
          <a:xfrm>
            <a:off x="6620924" y="2797279"/>
            <a:ext cx="3799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Park 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DE26B5B-E624-F599-3FB5-7538894C4BB0}"/>
              </a:ext>
            </a:extLst>
          </p:cNvPr>
          <p:cNvSpPr txBox="1"/>
          <p:nvPr/>
        </p:nvSpPr>
        <p:spPr>
          <a:xfrm>
            <a:off x="7736945" y="2797279"/>
            <a:ext cx="1667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FC9286-7C2F-F1B2-CF0E-5666168897FE}"/>
              </a:ext>
            </a:extLst>
          </p:cNvPr>
          <p:cNvSpPr txBox="1"/>
          <p:nvPr/>
        </p:nvSpPr>
        <p:spPr>
          <a:xfrm>
            <a:off x="8577027" y="2797279"/>
            <a:ext cx="3799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Park 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D9F67C91-2C35-045F-FDE8-1F7A2B935522}"/>
              </a:ext>
            </a:extLst>
          </p:cNvPr>
          <p:cNvGrpSpPr/>
          <p:nvPr/>
        </p:nvGrpSpPr>
        <p:grpSpPr>
          <a:xfrm>
            <a:off x="7285711" y="1450917"/>
            <a:ext cx="102592" cy="1366134"/>
            <a:chOff x="3483306" y="1450917"/>
            <a:chExt cx="102592" cy="1366134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2C32850-01EB-4737-6AB4-791A68F1B6C1}"/>
                </a:ext>
              </a:extLst>
            </p:cNvPr>
            <p:cNvSpPr txBox="1"/>
            <p:nvPr/>
          </p:nvSpPr>
          <p:spPr>
            <a:xfrm>
              <a:off x="3483306" y="1450917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60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46B6BD0-4E4D-8674-9ECD-F9D3FA76C636}"/>
                </a:ext>
              </a:extLst>
            </p:cNvPr>
            <p:cNvSpPr txBox="1"/>
            <p:nvPr/>
          </p:nvSpPr>
          <p:spPr>
            <a:xfrm>
              <a:off x="3483306" y="2318678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20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0B4C4D5-FA92-CEB0-C83D-A5AAE7C2D0F3}"/>
                </a:ext>
              </a:extLst>
            </p:cNvPr>
            <p:cNvSpPr txBox="1"/>
            <p:nvPr/>
          </p:nvSpPr>
          <p:spPr>
            <a:xfrm>
              <a:off x="3483306" y="1867120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40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ED738C8-DFAF-0554-86F7-DB59BEDBBC8F}"/>
                </a:ext>
              </a:extLst>
            </p:cNvPr>
            <p:cNvSpPr txBox="1"/>
            <p:nvPr/>
          </p:nvSpPr>
          <p:spPr>
            <a:xfrm>
              <a:off x="3534602" y="2693940"/>
              <a:ext cx="5129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50391301-8273-20BD-FFC6-343AC4257611}"/>
              </a:ext>
            </a:extLst>
          </p:cNvPr>
          <p:cNvCxnSpPr>
            <a:cxnSpLocks/>
          </p:cNvCxnSpPr>
          <p:nvPr/>
        </p:nvCxnSpPr>
        <p:spPr>
          <a:xfrm flipH="1">
            <a:off x="7475693" y="2789244"/>
            <a:ext cx="1512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01FF1AE-ABFE-8DD2-CF32-045A5A268F7A}"/>
              </a:ext>
            </a:extLst>
          </p:cNvPr>
          <p:cNvCxnSpPr>
            <a:cxnSpLocks/>
          </p:cNvCxnSpPr>
          <p:nvPr/>
        </p:nvCxnSpPr>
        <p:spPr>
          <a:xfrm flipH="1">
            <a:off x="7473820" y="1313163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그래픽 67">
            <a:extLst>
              <a:ext uri="{FF2B5EF4-FFF2-40B4-BE49-F238E27FC236}">
                <a16:creationId xmlns:a16="http://schemas.microsoft.com/office/drawing/2014/main" id="{7830F6CA-09D6-8084-C6F0-E24C8D7FE3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1323" y="3150012"/>
            <a:ext cx="1266641" cy="1492224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DDA7414-7FBA-DE22-0674-AC6DBA1E1306}"/>
              </a:ext>
            </a:extLst>
          </p:cNvPr>
          <p:cNvCxnSpPr>
            <a:cxnSpLocks/>
          </p:cNvCxnSpPr>
          <p:nvPr/>
        </p:nvCxnSpPr>
        <p:spPr>
          <a:xfrm>
            <a:off x="10320731" y="974609"/>
            <a:ext cx="0" cy="4453098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916B3C41-FD82-22A1-18B1-C85D3E66F63D}"/>
              </a:ext>
            </a:extLst>
          </p:cNvPr>
          <p:cNvCxnSpPr>
            <a:cxnSpLocks/>
          </p:cNvCxnSpPr>
          <p:nvPr/>
        </p:nvCxnSpPr>
        <p:spPr>
          <a:xfrm flipH="1">
            <a:off x="3625588" y="4643518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42CCED1-E8A6-6932-CBC2-510A3BAE1578}"/>
              </a:ext>
            </a:extLst>
          </p:cNvPr>
          <p:cNvSpPr txBox="1"/>
          <p:nvPr/>
        </p:nvSpPr>
        <p:spPr>
          <a:xfrm>
            <a:off x="3833957" y="4662673"/>
            <a:ext cx="1667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DF6FF33-831E-EACF-C0BD-E946745D9CD4}"/>
              </a:ext>
            </a:extLst>
          </p:cNvPr>
          <p:cNvSpPr txBox="1"/>
          <p:nvPr/>
        </p:nvSpPr>
        <p:spPr>
          <a:xfrm>
            <a:off x="4647912" y="4662672"/>
            <a:ext cx="3799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Park 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1C991E95-009C-BC54-F85F-67CFF7902CC9}"/>
              </a:ext>
            </a:extLst>
          </p:cNvPr>
          <p:cNvCxnSpPr>
            <a:cxnSpLocks/>
          </p:cNvCxnSpPr>
          <p:nvPr/>
        </p:nvCxnSpPr>
        <p:spPr>
          <a:xfrm flipH="1">
            <a:off x="3625449" y="3173846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D48BBF40-6ED5-85CE-2780-170248F1D095}"/>
              </a:ext>
            </a:extLst>
          </p:cNvPr>
          <p:cNvGrpSpPr/>
          <p:nvPr/>
        </p:nvGrpSpPr>
        <p:grpSpPr>
          <a:xfrm>
            <a:off x="3534602" y="3117033"/>
            <a:ext cx="51296" cy="1339288"/>
            <a:chOff x="3534602" y="3117033"/>
            <a:chExt cx="51296" cy="1339288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A06FEE4-BF3F-E91A-643A-0FF0F964D30B}"/>
                </a:ext>
              </a:extLst>
            </p:cNvPr>
            <p:cNvSpPr txBox="1"/>
            <p:nvPr/>
          </p:nvSpPr>
          <p:spPr>
            <a:xfrm>
              <a:off x="3534602" y="3117033"/>
              <a:ext cx="5129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4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2130987-AC5D-8E6B-7FD6-9A06342C26D9}"/>
                </a:ext>
              </a:extLst>
            </p:cNvPr>
            <p:cNvSpPr txBox="1"/>
            <p:nvPr/>
          </p:nvSpPr>
          <p:spPr>
            <a:xfrm>
              <a:off x="3534602" y="3924969"/>
              <a:ext cx="5129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2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29E5FAE-27F4-685B-F8C0-CFC04E610CF8}"/>
                </a:ext>
              </a:extLst>
            </p:cNvPr>
            <p:cNvSpPr txBox="1"/>
            <p:nvPr/>
          </p:nvSpPr>
          <p:spPr>
            <a:xfrm>
              <a:off x="3534602" y="3521295"/>
              <a:ext cx="5129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3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E7AE7E5-79CC-8DC3-A5C6-C5BE7495E8B9}"/>
                </a:ext>
              </a:extLst>
            </p:cNvPr>
            <p:cNvSpPr txBox="1"/>
            <p:nvPr/>
          </p:nvSpPr>
          <p:spPr>
            <a:xfrm>
              <a:off x="3534602" y="4333210"/>
              <a:ext cx="5129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1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46AF9B7-2904-A902-BAB9-0A33C17B1D5C}"/>
              </a:ext>
            </a:extLst>
          </p:cNvPr>
          <p:cNvCxnSpPr>
            <a:cxnSpLocks/>
          </p:cNvCxnSpPr>
          <p:nvPr/>
        </p:nvCxnSpPr>
        <p:spPr>
          <a:xfrm flipH="1">
            <a:off x="5554966" y="4639356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455DDC7-C440-09D9-700C-F309A912379D}"/>
              </a:ext>
            </a:extLst>
          </p:cNvPr>
          <p:cNvSpPr txBox="1"/>
          <p:nvPr/>
        </p:nvSpPr>
        <p:spPr>
          <a:xfrm>
            <a:off x="5763335" y="4658511"/>
            <a:ext cx="1667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13EEA75-4D7A-B270-0BE3-45CE0FF68900}"/>
              </a:ext>
            </a:extLst>
          </p:cNvPr>
          <p:cNvSpPr txBox="1"/>
          <p:nvPr/>
        </p:nvSpPr>
        <p:spPr>
          <a:xfrm>
            <a:off x="6577290" y="4658510"/>
            <a:ext cx="3799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Park 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0359B01E-D803-3193-299D-8B96D76AF65C}"/>
              </a:ext>
            </a:extLst>
          </p:cNvPr>
          <p:cNvCxnSpPr>
            <a:cxnSpLocks/>
          </p:cNvCxnSpPr>
          <p:nvPr/>
        </p:nvCxnSpPr>
        <p:spPr>
          <a:xfrm flipH="1">
            <a:off x="5554827" y="3169684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0D413BD0-56C3-7FA7-E2C0-37E2A9E2B061}"/>
              </a:ext>
            </a:extLst>
          </p:cNvPr>
          <p:cNvGrpSpPr/>
          <p:nvPr/>
        </p:nvGrpSpPr>
        <p:grpSpPr>
          <a:xfrm>
            <a:off x="5394308" y="3117033"/>
            <a:ext cx="128240" cy="1339288"/>
            <a:chOff x="5463980" y="3117033"/>
            <a:chExt cx="128240" cy="1339288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8321E63-C226-91B9-77CD-97C8EF415C01}"/>
                </a:ext>
              </a:extLst>
            </p:cNvPr>
            <p:cNvSpPr txBox="1"/>
            <p:nvPr/>
          </p:nvSpPr>
          <p:spPr>
            <a:xfrm>
              <a:off x="5463980" y="3117033"/>
              <a:ext cx="12824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1.0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EC37F050-9023-1647-0DDB-C8564F644283}"/>
                </a:ext>
              </a:extLst>
            </p:cNvPr>
            <p:cNvSpPr txBox="1"/>
            <p:nvPr/>
          </p:nvSpPr>
          <p:spPr>
            <a:xfrm>
              <a:off x="5463980" y="3924969"/>
              <a:ext cx="12824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0.6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377EC7A-D655-F8E6-BD5C-0E29F930415C}"/>
                </a:ext>
              </a:extLst>
            </p:cNvPr>
            <p:cNvSpPr txBox="1"/>
            <p:nvPr/>
          </p:nvSpPr>
          <p:spPr>
            <a:xfrm>
              <a:off x="5463980" y="3521295"/>
              <a:ext cx="12824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0.8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9FFB778-D220-4A54-A412-8C546A6E1A4B}"/>
                </a:ext>
              </a:extLst>
            </p:cNvPr>
            <p:cNvSpPr txBox="1"/>
            <p:nvPr/>
          </p:nvSpPr>
          <p:spPr>
            <a:xfrm>
              <a:off x="5463980" y="4333210"/>
              <a:ext cx="12824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0.4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FDD941D4-FA97-1E6C-12AE-72A6DBADA738}"/>
              </a:ext>
            </a:extLst>
          </p:cNvPr>
          <p:cNvCxnSpPr>
            <a:cxnSpLocks/>
          </p:cNvCxnSpPr>
          <p:nvPr/>
        </p:nvCxnSpPr>
        <p:spPr>
          <a:xfrm flipH="1">
            <a:off x="7468682" y="4644143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6736465-E96C-F960-8974-7F478CB8A314}"/>
              </a:ext>
            </a:extLst>
          </p:cNvPr>
          <p:cNvSpPr txBox="1"/>
          <p:nvPr/>
        </p:nvSpPr>
        <p:spPr>
          <a:xfrm>
            <a:off x="7746723" y="4663298"/>
            <a:ext cx="1667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EAF8CFF-319F-8E0B-8D9A-D68B8D77DC84}"/>
              </a:ext>
            </a:extLst>
          </p:cNvPr>
          <p:cNvSpPr txBox="1"/>
          <p:nvPr/>
        </p:nvSpPr>
        <p:spPr>
          <a:xfrm>
            <a:off x="8578096" y="4663297"/>
            <a:ext cx="3799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Park Soil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FF07D103-CD18-ED5E-2770-4EBF6A87C221}"/>
              </a:ext>
            </a:extLst>
          </p:cNvPr>
          <p:cNvCxnSpPr>
            <a:cxnSpLocks/>
          </p:cNvCxnSpPr>
          <p:nvPr/>
        </p:nvCxnSpPr>
        <p:spPr>
          <a:xfrm flipH="1">
            <a:off x="7468543" y="3174471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875CD5C6-3C82-BF29-7623-F25BFFA60811}"/>
              </a:ext>
            </a:extLst>
          </p:cNvPr>
          <p:cNvGrpSpPr/>
          <p:nvPr/>
        </p:nvGrpSpPr>
        <p:grpSpPr>
          <a:xfrm>
            <a:off x="7308024" y="3121820"/>
            <a:ext cx="128240" cy="1339288"/>
            <a:chOff x="5463980" y="3117033"/>
            <a:chExt cx="128240" cy="1339288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D22F6C0-5C9C-D9C4-3CCD-74526E0234BA}"/>
                </a:ext>
              </a:extLst>
            </p:cNvPr>
            <p:cNvSpPr txBox="1"/>
            <p:nvPr/>
          </p:nvSpPr>
          <p:spPr>
            <a:xfrm>
              <a:off x="5463980" y="3117033"/>
              <a:ext cx="12824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1.0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C65D77A5-70F0-77B4-6C5C-C8F0AD9195F8}"/>
                </a:ext>
              </a:extLst>
            </p:cNvPr>
            <p:cNvSpPr txBox="1"/>
            <p:nvPr/>
          </p:nvSpPr>
          <p:spPr>
            <a:xfrm>
              <a:off x="5463980" y="3924969"/>
              <a:ext cx="12824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0.6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85B556BC-DAC0-AE10-F886-CBB84919324C}"/>
                </a:ext>
              </a:extLst>
            </p:cNvPr>
            <p:cNvSpPr txBox="1"/>
            <p:nvPr/>
          </p:nvSpPr>
          <p:spPr>
            <a:xfrm>
              <a:off x="5463980" y="3521295"/>
              <a:ext cx="12824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0.8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1724CAD7-FC6E-A830-7FE5-0ACB3A80E20E}"/>
                </a:ext>
              </a:extLst>
            </p:cNvPr>
            <p:cNvSpPr txBox="1"/>
            <p:nvPr/>
          </p:nvSpPr>
          <p:spPr>
            <a:xfrm>
              <a:off x="5463980" y="4333210"/>
              <a:ext cx="128240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0.4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B6E862D7-7118-DA23-3101-C9AA903B5A52}"/>
              </a:ext>
            </a:extLst>
          </p:cNvPr>
          <p:cNvGrpSpPr/>
          <p:nvPr/>
        </p:nvGrpSpPr>
        <p:grpSpPr>
          <a:xfrm>
            <a:off x="8062533" y="4820805"/>
            <a:ext cx="907061" cy="160742"/>
            <a:chOff x="7385188" y="4806215"/>
            <a:chExt cx="907061" cy="160742"/>
          </a:xfrm>
        </p:grpSpPr>
        <p:pic>
          <p:nvPicPr>
            <p:cNvPr id="130" name="그래픽 129">
              <a:extLst>
                <a:ext uri="{FF2B5EF4-FFF2-40B4-BE49-F238E27FC236}">
                  <a16:creationId xmlns:a16="http://schemas.microsoft.com/office/drawing/2014/main" id="{B348338C-8DC9-A803-BF83-FE45EC71E3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1" t="49936" r="-2"/>
            <a:stretch>
              <a:fillRect/>
            </a:stretch>
          </p:blipFill>
          <p:spPr>
            <a:xfrm>
              <a:off x="7749985" y="4806215"/>
              <a:ext cx="166712" cy="160742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1774EDB-1596-EBD4-8CE8-02F5EA04DBAC}"/>
                </a:ext>
              </a:extLst>
            </p:cNvPr>
            <p:cNvSpPr txBox="1"/>
            <p:nvPr/>
          </p:nvSpPr>
          <p:spPr>
            <a:xfrm>
              <a:off x="7547377" y="4823633"/>
              <a:ext cx="16671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Soil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4769451-9B7D-BB75-AB2F-957A76518499}"/>
                </a:ext>
              </a:extLst>
            </p:cNvPr>
            <p:cNvSpPr txBox="1"/>
            <p:nvPr/>
          </p:nvSpPr>
          <p:spPr>
            <a:xfrm>
              <a:off x="7912337" y="4823633"/>
              <a:ext cx="37991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Park Soil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pic>
          <p:nvPicPr>
            <p:cNvPr id="139" name="그래픽 138">
              <a:extLst>
                <a:ext uri="{FF2B5EF4-FFF2-40B4-BE49-F238E27FC236}">
                  <a16:creationId xmlns:a16="http://schemas.microsoft.com/office/drawing/2014/main" id="{917A97C5-85EA-426F-FA23-77057DB60B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3" t="1" r="-1" b="49934"/>
            <a:stretch>
              <a:fillRect/>
            </a:stretch>
          </p:blipFill>
          <p:spPr>
            <a:xfrm>
              <a:off x="7385188" y="4806215"/>
              <a:ext cx="166709" cy="160742"/>
            </a:xfrm>
            <a:prstGeom prst="rect">
              <a:avLst/>
            </a:prstGeom>
          </p:spPr>
        </p:pic>
      </p:grp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6BF05077-D08A-E8DA-D4D3-3078E413ADC7}"/>
              </a:ext>
            </a:extLst>
          </p:cNvPr>
          <p:cNvCxnSpPr>
            <a:cxnSpLocks/>
          </p:cNvCxnSpPr>
          <p:nvPr/>
        </p:nvCxnSpPr>
        <p:spPr>
          <a:xfrm>
            <a:off x="3456517" y="6003276"/>
            <a:ext cx="6037539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41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09896-D97C-1878-9FB6-35ED0BD67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래픽 24">
            <a:extLst>
              <a:ext uri="{FF2B5EF4-FFF2-40B4-BE49-F238E27FC236}">
                <a16:creationId xmlns:a16="http://schemas.microsoft.com/office/drawing/2014/main" id="{FB560C76-1C8B-240D-EDDC-16CFBE2C17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87672" y="1433799"/>
            <a:ext cx="1437165" cy="1401201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FA3F6D0F-0F16-AE21-B8E0-8B10973AE5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0973" y="1407672"/>
            <a:ext cx="1417402" cy="1448101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F808021B-E1B1-B623-4A1A-A29CDE995B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731" y="1433654"/>
            <a:ext cx="1514689" cy="14179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76AFBB-8F08-2C04-D690-78E8BC13AAED}"/>
              </a:ext>
            </a:extLst>
          </p:cNvPr>
          <p:cNvSpPr txBox="1"/>
          <p:nvPr/>
        </p:nvSpPr>
        <p:spPr>
          <a:xfrm>
            <a:off x="157782" y="36339"/>
            <a:ext cx="3028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Figure 3. Beta diversity</a:t>
            </a:r>
            <a:endParaRPr lang="ko-KR" altLang="en-US" sz="16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F78D6B9-AA94-47A8-F0CD-1B43F1A05DBC}"/>
              </a:ext>
            </a:extLst>
          </p:cNvPr>
          <p:cNvSpPr/>
          <p:nvPr/>
        </p:nvSpPr>
        <p:spPr>
          <a:xfrm rot="5400000">
            <a:off x="1230646" y="2156890"/>
            <a:ext cx="2340000" cy="212913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D789DDD5-534C-CB2C-B8F4-1392EBC72831}"/>
              </a:ext>
            </a:extLst>
          </p:cNvPr>
          <p:cNvCxnSpPr>
            <a:cxnSpLocks/>
          </p:cNvCxnSpPr>
          <p:nvPr/>
        </p:nvCxnSpPr>
        <p:spPr>
          <a:xfrm>
            <a:off x="3603828" y="1455297"/>
            <a:ext cx="0" cy="14012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47435CA-73DD-DBEA-9660-9B5A98145F13}"/>
              </a:ext>
            </a:extLst>
          </p:cNvPr>
          <p:cNvCxnSpPr>
            <a:cxnSpLocks/>
          </p:cNvCxnSpPr>
          <p:nvPr/>
        </p:nvCxnSpPr>
        <p:spPr>
          <a:xfrm flipH="1">
            <a:off x="3603828" y="2856498"/>
            <a:ext cx="143716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ABF7D2F-FD7A-A26E-6739-D2C0663CBA4E}"/>
              </a:ext>
            </a:extLst>
          </p:cNvPr>
          <p:cNvSpPr/>
          <p:nvPr/>
        </p:nvSpPr>
        <p:spPr>
          <a:xfrm rot="16200000">
            <a:off x="1832212" y="2193126"/>
            <a:ext cx="1728000" cy="157093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4695973-2393-1A0F-C89E-5F8646DE42F2}"/>
              </a:ext>
            </a:extLst>
          </p:cNvPr>
          <p:cNvSpPr/>
          <p:nvPr/>
        </p:nvSpPr>
        <p:spPr>
          <a:xfrm rot="16200000">
            <a:off x="4175660" y="2226036"/>
            <a:ext cx="221491" cy="150917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2E2171-E49B-746F-680F-163AF9382B45}"/>
              </a:ext>
            </a:extLst>
          </p:cNvPr>
          <p:cNvSpPr txBox="1"/>
          <p:nvPr/>
        </p:nvSpPr>
        <p:spPr>
          <a:xfrm>
            <a:off x="4175735" y="2988525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[20.7%]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B5E83F-9B39-A55B-9B8D-EDFC6467A378}"/>
              </a:ext>
            </a:extLst>
          </p:cNvPr>
          <p:cNvSpPr txBox="1"/>
          <p:nvPr/>
        </p:nvSpPr>
        <p:spPr>
          <a:xfrm>
            <a:off x="3445258" y="2733286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-0.6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55FEDC-4346-5059-E39C-D5AE9EF8C3A3}"/>
              </a:ext>
            </a:extLst>
          </p:cNvPr>
          <p:cNvSpPr txBox="1"/>
          <p:nvPr/>
        </p:nvSpPr>
        <p:spPr>
          <a:xfrm>
            <a:off x="3808293" y="2872243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323465-B194-E28A-4549-EA5F9CAB9FEC}"/>
              </a:ext>
            </a:extLst>
          </p:cNvPr>
          <p:cNvSpPr txBox="1"/>
          <p:nvPr/>
        </p:nvSpPr>
        <p:spPr>
          <a:xfrm>
            <a:off x="4298528" y="2872243"/>
            <a:ext cx="15709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4DA95D-9953-3211-ADE7-5ED4B3419FC1}"/>
              </a:ext>
            </a:extLst>
          </p:cNvPr>
          <p:cNvSpPr txBox="1"/>
          <p:nvPr/>
        </p:nvSpPr>
        <p:spPr>
          <a:xfrm>
            <a:off x="4765121" y="2872243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5E61FEE-3402-FD80-AEDF-A618ED6A0D57}"/>
              </a:ext>
            </a:extLst>
          </p:cNvPr>
          <p:cNvSpPr/>
          <p:nvPr/>
        </p:nvSpPr>
        <p:spPr>
          <a:xfrm>
            <a:off x="3238047" y="1231418"/>
            <a:ext cx="308628" cy="140120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807DAB-9F82-A2C8-75AE-4D3847774D01}"/>
              </a:ext>
            </a:extLst>
          </p:cNvPr>
          <p:cNvSpPr txBox="1"/>
          <p:nvPr/>
        </p:nvSpPr>
        <p:spPr>
          <a:xfrm rot="16200000">
            <a:off x="3217047" y="2102037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[14.8%]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4313A0-C873-6C36-2E52-4C1BBC9C917C}"/>
              </a:ext>
            </a:extLst>
          </p:cNvPr>
          <p:cNvSpPr txBox="1"/>
          <p:nvPr/>
        </p:nvSpPr>
        <p:spPr>
          <a:xfrm>
            <a:off x="3475716" y="1450157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D67C8C-8DCB-73A8-7FF8-116B6F2F7942}"/>
              </a:ext>
            </a:extLst>
          </p:cNvPr>
          <p:cNvSpPr txBox="1"/>
          <p:nvPr/>
        </p:nvSpPr>
        <p:spPr>
          <a:xfrm>
            <a:off x="3475716" y="1770939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84022C-43F0-C942-F540-3096144DDAFF}"/>
              </a:ext>
            </a:extLst>
          </p:cNvPr>
          <p:cNvSpPr txBox="1"/>
          <p:nvPr/>
        </p:nvSpPr>
        <p:spPr>
          <a:xfrm>
            <a:off x="3445258" y="2412503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-0.3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47B9EB-606D-46CC-4A23-1DD0B92B5866}"/>
              </a:ext>
            </a:extLst>
          </p:cNvPr>
          <p:cNvSpPr txBox="1"/>
          <p:nvPr/>
        </p:nvSpPr>
        <p:spPr>
          <a:xfrm>
            <a:off x="3475716" y="2091721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C1E352-2839-994D-F960-5270DB44803C}"/>
              </a:ext>
            </a:extLst>
          </p:cNvPr>
          <p:cNvSpPr txBox="1"/>
          <p:nvPr/>
        </p:nvSpPr>
        <p:spPr>
          <a:xfrm>
            <a:off x="5564165" y="1121922"/>
            <a:ext cx="131125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Jensen-Shannon Divergence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01BCE7-9FE5-29CA-75AA-1671E1FFAC69}"/>
              </a:ext>
            </a:extLst>
          </p:cNvPr>
          <p:cNvSpPr txBox="1"/>
          <p:nvPr/>
        </p:nvSpPr>
        <p:spPr>
          <a:xfrm>
            <a:off x="7693977" y="1121922"/>
            <a:ext cx="66684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Jaccard Index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22F997A2-6E94-BD6A-822B-C019C74FB44B}"/>
              </a:ext>
            </a:extLst>
          </p:cNvPr>
          <p:cNvCxnSpPr>
            <a:cxnSpLocks/>
          </p:cNvCxnSpPr>
          <p:nvPr/>
        </p:nvCxnSpPr>
        <p:spPr>
          <a:xfrm>
            <a:off x="5504898" y="1455297"/>
            <a:ext cx="0" cy="14012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A5B1B9D1-049A-CFE5-318C-40861C36168B}"/>
              </a:ext>
            </a:extLst>
          </p:cNvPr>
          <p:cNvCxnSpPr>
            <a:cxnSpLocks/>
          </p:cNvCxnSpPr>
          <p:nvPr/>
        </p:nvCxnSpPr>
        <p:spPr>
          <a:xfrm flipH="1">
            <a:off x="5501211" y="2856498"/>
            <a:ext cx="143716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42BA0CDE-61A5-92BF-26D5-4AED09453CA6}"/>
              </a:ext>
            </a:extLst>
          </p:cNvPr>
          <p:cNvSpPr txBox="1"/>
          <p:nvPr/>
        </p:nvSpPr>
        <p:spPr>
          <a:xfrm rot="16200000">
            <a:off x="5118117" y="2102036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[20.9%]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1FB0696-6D7B-7E39-438B-A928BBD91D5C}"/>
              </a:ext>
            </a:extLst>
          </p:cNvPr>
          <p:cNvSpPr txBox="1"/>
          <p:nvPr/>
        </p:nvSpPr>
        <p:spPr>
          <a:xfrm>
            <a:off x="5342176" y="1628569"/>
            <a:ext cx="15709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9370024-5BAE-1BE4-BE74-DFB714269121}"/>
              </a:ext>
            </a:extLst>
          </p:cNvPr>
          <p:cNvSpPr txBox="1"/>
          <p:nvPr/>
        </p:nvSpPr>
        <p:spPr>
          <a:xfrm>
            <a:off x="5311718" y="2328119"/>
            <a:ext cx="187552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-0.25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89FF4B3-94F5-1EA2-D8F5-9F82B7C0882E}"/>
              </a:ext>
            </a:extLst>
          </p:cNvPr>
          <p:cNvSpPr txBox="1"/>
          <p:nvPr/>
        </p:nvSpPr>
        <p:spPr>
          <a:xfrm>
            <a:off x="5342176" y="1978344"/>
            <a:ext cx="15709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18F1C20E-E6E7-39F9-72FD-A29E5112B374}"/>
              </a:ext>
            </a:extLst>
          </p:cNvPr>
          <p:cNvSpPr/>
          <p:nvPr/>
        </p:nvSpPr>
        <p:spPr>
          <a:xfrm rot="5400000">
            <a:off x="6169460" y="2271363"/>
            <a:ext cx="160045" cy="138083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2994C55-2BEC-97CB-674C-09E4FACD4FDC}"/>
              </a:ext>
            </a:extLst>
          </p:cNvPr>
          <p:cNvSpPr txBox="1"/>
          <p:nvPr/>
        </p:nvSpPr>
        <p:spPr>
          <a:xfrm>
            <a:off x="6076805" y="2988525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[26.3%]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35473A-CE24-9B97-BF06-03FEFD214E50}"/>
              </a:ext>
            </a:extLst>
          </p:cNvPr>
          <p:cNvSpPr txBox="1"/>
          <p:nvPr/>
        </p:nvSpPr>
        <p:spPr>
          <a:xfrm>
            <a:off x="5834228" y="2872243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-0.2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DFC2E9-B339-1319-B215-C0D8D83E9B52}"/>
              </a:ext>
            </a:extLst>
          </p:cNvPr>
          <p:cNvSpPr txBox="1"/>
          <p:nvPr/>
        </p:nvSpPr>
        <p:spPr>
          <a:xfrm>
            <a:off x="6191610" y="2872243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963794E-7717-892F-228C-67C65F627B43}"/>
              </a:ext>
            </a:extLst>
          </p:cNvPr>
          <p:cNvSpPr txBox="1"/>
          <p:nvPr/>
        </p:nvSpPr>
        <p:spPr>
          <a:xfrm>
            <a:off x="6518534" y="2872243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7039A6E-B823-0A5A-D7CB-F9EC4008F420}"/>
              </a:ext>
            </a:extLst>
          </p:cNvPr>
          <p:cNvSpPr txBox="1"/>
          <p:nvPr/>
        </p:nvSpPr>
        <p:spPr>
          <a:xfrm>
            <a:off x="6845456" y="2872243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DF39753-8D9E-031C-D3CD-84D7DAD19467}"/>
              </a:ext>
            </a:extLst>
          </p:cNvPr>
          <p:cNvCxnSpPr>
            <a:cxnSpLocks/>
          </p:cNvCxnSpPr>
          <p:nvPr/>
        </p:nvCxnSpPr>
        <p:spPr>
          <a:xfrm flipH="1">
            <a:off x="7437527" y="2856498"/>
            <a:ext cx="143716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9D4A866E-806F-9516-995B-B84ACA5AF3E2}"/>
              </a:ext>
            </a:extLst>
          </p:cNvPr>
          <p:cNvSpPr/>
          <p:nvPr/>
        </p:nvSpPr>
        <p:spPr>
          <a:xfrm rot="5400000">
            <a:off x="8172285" y="2295285"/>
            <a:ext cx="244434" cy="138083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AF9D76D-E833-3A3E-624C-90B80A65C107}"/>
              </a:ext>
            </a:extLst>
          </p:cNvPr>
          <p:cNvSpPr txBox="1"/>
          <p:nvPr/>
        </p:nvSpPr>
        <p:spPr>
          <a:xfrm>
            <a:off x="8009434" y="2988525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[14.9%]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746A17D-B9AD-5088-1ECF-C27BC862009B}"/>
              </a:ext>
            </a:extLst>
          </p:cNvPr>
          <p:cNvSpPr txBox="1"/>
          <p:nvPr/>
        </p:nvSpPr>
        <p:spPr>
          <a:xfrm>
            <a:off x="7264165" y="1437284"/>
            <a:ext cx="15709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5DD6B16-9586-4DC9-F4CD-3240ADB375AB}"/>
              </a:ext>
            </a:extLst>
          </p:cNvPr>
          <p:cNvCxnSpPr>
            <a:cxnSpLocks/>
          </p:cNvCxnSpPr>
          <p:nvPr/>
        </p:nvCxnSpPr>
        <p:spPr>
          <a:xfrm>
            <a:off x="7429634" y="1455297"/>
            <a:ext cx="0" cy="14012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F7CCB1C-84AA-7079-4399-2424ED9BDB4B}"/>
              </a:ext>
            </a:extLst>
          </p:cNvPr>
          <p:cNvSpPr txBox="1"/>
          <p:nvPr/>
        </p:nvSpPr>
        <p:spPr>
          <a:xfrm rot="16200000">
            <a:off x="7034144" y="2102036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[10.1%]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224597F-E1A2-FA83-6EA7-C32E730E72C7}"/>
              </a:ext>
            </a:extLst>
          </p:cNvPr>
          <p:cNvSpPr txBox="1"/>
          <p:nvPr/>
        </p:nvSpPr>
        <p:spPr>
          <a:xfrm>
            <a:off x="7264165" y="1783298"/>
            <a:ext cx="15709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16BEA22-0D47-BFB8-FCC7-CDEAAD4B001C}"/>
              </a:ext>
            </a:extLst>
          </p:cNvPr>
          <p:cNvSpPr txBox="1"/>
          <p:nvPr/>
        </p:nvSpPr>
        <p:spPr>
          <a:xfrm>
            <a:off x="7233707" y="2463046"/>
            <a:ext cx="187552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-0.25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BC985AE-446B-1338-AE6D-1231D0733083}"/>
              </a:ext>
            </a:extLst>
          </p:cNvPr>
          <p:cNvSpPr txBox="1"/>
          <p:nvPr/>
        </p:nvSpPr>
        <p:spPr>
          <a:xfrm>
            <a:off x="7264165" y="2112568"/>
            <a:ext cx="15709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B7790DF-474B-5B7E-CFC9-F360CA267159}"/>
              </a:ext>
            </a:extLst>
          </p:cNvPr>
          <p:cNvSpPr txBox="1"/>
          <p:nvPr/>
        </p:nvSpPr>
        <p:spPr>
          <a:xfrm>
            <a:off x="7233707" y="2784043"/>
            <a:ext cx="187552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-0.50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61C2CA-EA30-6F0F-6F63-3EC20ED1B9D3}"/>
              </a:ext>
            </a:extLst>
          </p:cNvPr>
          <p:cNvSpPr txBox="1"/>
          <p:nvPr/>
        </p:nvSpPr>
        <p:spPr>
          <a:xfrm>
            <a:off x="3257401" y="1093347"/>
            <a:ext cx="1406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endParaRPr lang="ko-KR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F0550F-6C56-B96F-3540-4DCFC1590D02}"/>
              </a:ext>
            </a:extLst>
          </p:cNvPr>
          <p:cNvSpPr txBox="1"/>
          <p:nvPr/>
        </p:nvSpPr>
        <p:spPr>
          <a:xfrm>
            <a:off x="3904026" y="1121922"/>
            <a:ext cx="83676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Bray-Curtis Index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168B85-62BC-3BE2-648D-F9C9BDB8032E}"/>
              </a:ext>
            </a:extLst>
          </p:cNvPr>
          <p:cNvSpPr/>
          <p:nvPr/>
        </p:nvSpPr>
        <p:spPr>
          <a:xfrm>
            <a:off x="3257401" y="579855"/>
            <a:ext cx="1908000" cy="19654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E82804-BF40-85D8-57E5-AED36F1A9A0E}"/>
              </a:ext>
            </a:extLst>
          </p:cNvPr>
          <p:cNvSpPr/>
          <p:nvPr/>
        </p:nvSpPr>
        <p:spPr>
          <a:xfrm flipV="1">
            <a:off x="3257401" y="196105"/>
            <a:ext cx="5724000" cy="159838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5F0AC32-61A8-7F09-E12B-7ED65BD082BC}"/>
              </a:ext>
            </a:extLst>
          </p:cNvPr>
          <p:cNvSpPr/>
          <p:nvPr/>
        </p:nvSpPr>
        <p:spPr>
          <a:xfrm>
            <a:off x="5165401" y="579855"/>
            <a:ext cx="1908000" cy="196547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C71440D-DBAE-486A-B7ED-A40E9FC7E5C0}"/>
              </a:ext>
            </a:extLst>
          </p:cNvPr>
          <p:cNvSpPr/>
          <p:nvPr/>
        </p:nvSpPr>
        <p:spPr>
          <a:xfrm>
            <a:off x="7073401" y="579853"/>
            <a:ext cx="1908000" cy="277317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3CD9559-7392-5CF0-9411-48B189ADB722}"/>
              </a:ext>
            </a:extLst>
          </p:cNvPr>
          <p:cNvSpPr/>
          <p:nvPr/>
        </p:nvSpPr>
        <p:spPr>
          <a:xfrm flipH="1">
            <a:off x="2020178" y="1093347"/>
            <a:ext cx="147598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60A927-C315-8A6B-76D0-E217E4B5DD33}"/>
              </a:ext>
            </a:extLst>
          </p:cNvPr>
          <p:cNvSpPr txBox="1"/>
          <p:nvPr/>
        </p:nvSpPr>
        <p:spPr>
          <a:xfrm>
            <a:off x="5476846" y="2872243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DDAD8C-6622-B5C8-F5F8-EA13BC8B2176}"/>
              </a:ext>
            </a:extLst>
          </p:cNvPr>
          <p:cNvSpPr txBox="1"/>
          <p:nvPr/>
        </p:nvSpPr>
        <p:spPr>
          <a:xfrm>
            <a:off x="5311718" y="2677894"/>
            <a:ext cx="187552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-0.50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14F4AA-2EB4-0CE0-8A6E-6CB642726DDD}"/>
              </a:ext>
            </a:extLst>
          </p:cNvPr>
          <p:cNvSpPr txBox="1"/>
          <p:nvPr/>
        </p:nvSpPr>
        <p:spPr>
          <a:xfrm>
            <a:off x="7636793" y="2877997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8B2EF9-F8E0-8A94-78A9-3F822D358C52}"/>
              </a:ext>
            </a:extLst>
          </p:cNvPr>
          <p:cNvSpPr txBox="1"/>
          <p:nvPr/>
        </p:nvSpPr>
        <p:spPr>
          <a:xfrm>
            <a:off x="8127028" y="2877997"/>
            <a:ext cx="157094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6E3BE0-B2D5-8E7F-C098-3209AC9A3873}"/>
              </a:ext>
            </a:extLst>
          </p:cNvPr>
          <p:cNvSpPr txBox="1"/>
          <p:nvPr/>
        </p:nvSpPr>
        <p:spPr>
          <a:xfrm>
            <a:off x="8593621" y="2877997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462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2C725-075D-9974-C4B2-84F809C45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0D01D2-111F-10F3-7070-39E55D87618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81" y="1152667"/>
            <a:ext cx="5184954" cy="367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ED4265-021F-20C1-8239-A025AB9130CF}"/>
              </a:ext>
            </a:extLst>
          </p:cNvPr>
          <p:cNvSpPr txBox="1"/>
          <p:nvPr/>
        </p:nvSpPr>
        <p:spPr>
          <a:xfrm>
            <a:off x="157781" y="36339"/>
            <a:ext cx="37256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Figure 5. Lefse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(soil vs park soil)</a:t>
            </a:r>
            <a:endParaRPr lang="ko-KR" altLang="en-US" sz="1600" b="1" dirty="0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A462A44B-68BE-AF83-BE8F-272384C482D9}"/>
              </a:ext>
            </a:extLst>
          </p:cNvPr>
          <p:cNvSpPr/>
          <p:nvPr/>
        </p:nvSpPr>
        <p:spPr>
          <a:xfrm>
            <a:off x="9099868" y="1044614"/>
            <a:ext cx="252974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BB4607B-6425-757C-9E77-A5BE874607A6}"/>
              </a:ext>
            </a:extLst>
          </p:cNvPr>
          <p:cNvSpPr/>
          <p:nvPr/>
        </p:nvSpPr>
        <p:spPr>
          <a:xfrm>
            <a:off x="1527489" y="1255743"/>
            <a:ext cx="4284324" cy="3548696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2EBF8C-170E-AA63-6334-D7E0BBBC6479}"/>
              </a:ext>
            </a:extLst>
          </p:cNvPr>
          <p:cNvSpPr txBox="1"/>
          <p:nvPr/>
        </p:nvSpPr>
        <p:spPr>
          <a:xfrm>
            <a:off x="3080182" y="1898086"/>
            <a:ext cx="604333" cy="17485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70000"/>
              </a:lnSpc>
            </a:pPr>
            <a:r>
              <a:rPr lang="en-US" altLang="ko-KR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Clostridium</a:t>
            </a:r>
          </a:p>
          <a:p>
            <a:pPr algn="r">
              <a:lnSpc>
                <a:spcPct val="70000"/>
              </a:lnSpc>
            </a:pPr>
            <a:r>
              <a:rPr lang="en-US" altLang="ko-KR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Sensu stricto 1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72737F-719F-3C08-A1AA-4375F7C84147}"/>
              </a:ext>
            </a:extLst>
          </p:cNvPr>
          <p:cNvSpPr txBox="1"/>
          <p:nvPr/>
        </p:nvSpPr>
        <p:spPr>
          <a:xfrm>
            <a:off x="2971178" y="1417743"/>
            <a:ext cx="713337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Subdoligranulum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234870-4921-473A-98C1-1ECA5DB12CC2}"/>
              </a:ext>
            </a:extLst>
          </p:cNvPr>
          <p:cNvSpPr txBox="1"/>
          <p:nvPr/>
        </p:nvSpPr>
        <p:spPr>
          <a:xfrm>
            <a:off x="3187584" y="1665393"/>
            <a:ext cx="496931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Romboutsia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EF971D-98C8-518A-DFC9-2BA8C3596BE2}"/>
              </a:ext>
            </a:extLst>
          </p:cNvPr>
          <p:cNvSpPr txBox="1"/>
          <p:nvPr/>
        </p:nvSpPr>
        <p:spPr>
          <a:xfrm>
            <a:off x="3319030" y="2166493"/>
            <a:ext cx="365485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Dialister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9F8CEF-29B0-8BA3-2D57-A542A0037974}"/>
              </a:ext>
            </a:extLst>
          </p:cNvPr>
          <p:cNvSpPr txBox="1"/>
          <p:nvPr/>
        </p:nvSpPr>
        <p:spPr>
          <a:xfrm>
            <a:off x="2956752" y="2404999"/>
            <a:ext cx="72776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Faecalibacterium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D02B52-2EBC-7702-9F72-470681C23673}"/>
              </a:ext>
            </a:extLst>
          </p:cNvPr>
          <p:cNvSpPr txBox="1"/>
          <p:nvPr/>
        </p:nvSpPr>
        <p:spPr>
          <a:xfrm>
            <a:off x="3258116" y="2658175"/>
            <a:ext cx="426399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Prevotella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57E910-39B0-3311-BDAC-94D43E31D5A0}"/>
              </a:ext>
            </a:extLst>
          </p:cNvPr>
          <p:cNvSpPr txBox="1"/>
          <p:nvPr/>
        </p:nvSpPr>
        <p:spPr>
          <a:xfrm>
            <a:off x="3262925" y="2909295"/>
            <a:ext cx="42159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UCG_005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403B25-831C-F75C-45E6-C42B592A5D12}"/>
              </a:ext>
            </a:extLst>
          </p:cNvPr>
          <p:cNvSpPr txBox="1"/>
          <p:nvPr/>
        </p:nvSpPr>
        <p:spPr>
          <a:xfrm>
            <a:off x="3280558" y="3147487"/>
            <a:ext cx="403957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UBA1819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B2A8F7-C4A2-189E-1B82-AA62C78ADEDC}"/>
              </a:ext>
            </a:extLst>
          </p:cNvPr>
          <p:cNvSpPr txBox="1"/>
          <p:nvPr/>
        </p:nvSpPr>
        <p:spPr>
          <a:xfrm>
            <a:off x="2910264" y="3409950"/>
            <a:ext cx="774251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Lachnoclostridium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A220C0-5934-FCF3-FC7E-64BA0CCDC7D3}"/>
              </a:ext>
            </a:extLst>
          </p:cNvPr>
          <p:cNvSpPr txBox="1"/>
          <p:nvPr/>
        </p:nvSpPr>
        <p:spPr>
          <a:xfrm>
            <a:off x="2942324" y="3656908"/>
            <a:ext cx="742191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Ruminococcaceae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EA0335-05C7-AA11-FE2B-34686243675B}"/>
              </a:ext>
            </a:extLst>
          </p:cNvPr>
          <p:cNvSpPr txBox="1"/>
          <p:nvPr/>
        </p:nvSpPr>
        <p:spPr>
          <a:xfrm>
            <a:off x="3319030" y="3891865"/>
            <a:ext cx="365485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Alistipes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7B41B0-8F86-403E-A26C-3DE696AD22F7}"/>
              </a:ext>
            </a:extLst>
          </p:cNvPr>
          <p:cNvSpPr txBox="1"/>
          <p:nvPr/>
        </p:nvSpPr>
        <p:spPr>
          <a:xfrm>
            <a:off x="3195599" y="4160231"/>
            <a:ext cx="48891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Bacteroides</a:t>
            </a:r>
            <a:endParaRPr lang="ko-KR" altLang="en-US" sz="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24DF9E34-B911-695B-0364-04A1AD63E2E8}"/>
              </a:ext>
            </a:extLst>
          </p:cNvPr>
          <p:cNvCxnSpPr>
            <a:cxnSpLocks/>
          </p:cNvCxnSpPr>
          <p:nvPr/>
        </p:nvCxnSpPr>
        <p:spPr>
          <a:xfrm>
            <a:off x="3710652" y="4364012"/>
            <a:ext cx="200237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59DC4F9-E9D2-B4EB-761E-A81EE5B2E9BF}"/>
              </a:ext>
            </a:extLst>
          </p:cNvPr>
          <p:cNvCxnSpPr>
            <a:cxnSpLocks/>
          </p:cNvCxnSpPr>
          <p:nvPr/>
        </p:nvCxnSpPr>
        <p:spPr>
          <a:xfrm flipV="1">
            <a:off x="4723997" y="1277912"/>
            <a:ext cx="0" cy="30861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E13152F5-07ED-7522-9E60-6D953F157CAD}"/>
              </a:ext>
            </a:extLst>
          </p:cNvPr>
          <p:cNvSpPr/>
          <p:nvPr/>
        </p:nvSpPr>
        <p:spPr>
          <a:xfrm>
            <a:off x="4728637" y="1401736"/>
            <a:ext cx="6048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9EB23834-51A4-39BC-18D0-C69CFA18FD90}"/>
              </a:ext>
            </a:extLst>
          </p:cNvPr>
          <p:cNvSpPr/>
          <p:nvPr/>
        </p:nvSpPr>
        <p:spPr>
          <a:xfrm>
            <a:off x="4728637" y="1641636"/>
            <a:ext cx="6660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24B42422-BE56-309C-CC82-D96D773D7CDB}"/>
              </a:ext>
            </a:extLst>
          </p:cNvPr>
          <p:cNvSpPr/>
          <p:nvPr/>
        </p:nvSpPr>
        <p:spPr>
          <a:xfrm>
            <a:off x="4728637" y="1881537"/>
            <a:ext cx="6912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D4CE5A06-6D5B-91D6-03FD-8CFA21F9B9A4}"/>
              </a:ext>
            </a:extLst>
          </p:cNvPr>
          <p:cNvSpPr/>
          <p:nvPr/>
        </p:nvSpPr>
        <p:spPr>
          <a:xfrm>
            <a:off x="4117597" y="2874199"/>
            <a:ext cx="604800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71B1A464-9F18-48FB-5201-AA19EE1D580D}"/>
              </a:ext>
            </a:extLst>
          </p:cNvPr>
          <p:cNvGrpSpPr/>
          <p:nvPr/>
        </p:nvGrpSpPr>
        <p:grpSpPr>
          <a:xfrm>
            <a:off x="5302154" y="4012560"/>
            <a:ext cx="405415" cy="303390"/>
            <a:chOff x="6334404" y="3952590"/>
            <a:chExt cx="405415" cy="303390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AF99EF7A-3971-D0B2-1B01-0696474AF4DC}"/>
                </a:ext>
              </a:extLst>
            </p:cNvPr>
            <p:cNvSpPr txBox="1"/>
            <p:nvPr/>
          </p:nvSpPr>
          <p:spPr>
            <a:xfrm>
              <a:off x="6571503" y="3952590"/>
              <a:ext cx="168316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HC</a:t>
              </a:r>
              <a:endPara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1B6EEB2-2547-DE1F-81EA-7E83CE6EF335}"/>
                </a:ext>
              </a:extLst>
            </p:cNvPr>
            <p:cNvSpPr txBox="1"/>
            <p:nvPr/>
          </p:nvSpPr>
          <p:spPr>
            <a:xfrm>
              <a:off x="6465705" y="4132869"/>
              <a:ext cx="274114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OVCF</a:t>
              </a:r>
              <a:endParaRPr lang="ko-KR" altLang="en-US" sz="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1FF7738F-4229-1302-1DAC-63457181EE59}"/>
                </a:ext>
              </a:extLst>
            </p:cNvPr>
            <p:cNvSpPr/>
            <p:nvPr/>
          </p:nvSpPr>
          <p:spPr>
            <a:xfrm>
              <a:off x="6334404" y="4140424"/>
              <a:ext cx="108000" cy="108000"/>
            </a:xfrm>
            <a:prstGeom prst="ellipse">
              <a:avLst/>
            </a:prstGeom>
            <a:solidFill>
              <a:srgbClr val="619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2AFE99FC-F115-A4A0-FE3C-15348B8278E6}"/>
                </a:ext>
              </a:extLst>
            </p:cNvPr>
            <p:cNvSpPr/>
            <p:nvPr/>
          </p:nvSpPr>
          <p:spPr>
            <a:xfrm>
              <a:off x="6460303" y="3960145"/>
              <a:ext cx="108000" cy="108000"/>
            </a:xfrm>
            <a:prstGeom prst="ellipse">
              <a:avLst/>
            </a:prstGeom>
            <a:solidFill>
              <a:srgbClr val="F876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D47642D0-5340-20B4-6D21-900A5380BC9F}"/>
              </a:ext>
            </a:extLst>
          </p:cNvPr>
          <p:cNvSpPr/>
          <p:nvPr/>
        </p:nvSpPr>
        <p:spPr>
          <a:xfrm>
            <a:off x="2874567" y="528398"/>
            <a:ext cx="5724000" cy="158332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91B5E45-2485-0D5E-9C26-DD8EDDCD3F02}"/>
              </a:ext>
            </a:extLst>
          </p:cNvPr>
          <p:cNvSpPr/>
          <p:nvPr/>
        </p:nvSpPr>
        <p:spPr>
          <a:xfrm>
            <a:off x="2869030" y="755105"/>
            <a:ext cx="2844000" cy="14316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4F7C012-F532-A7F8-5F6E-BA4E580E23E3}"/>
              </a:ext>
            </a:extLst>
          </p:cNvPr>
          <p:cNvSpPr/>
          <p:nvPr/>
        </p:nvSpPr>
        <p:spPr>
          <a:xfrm>
            <a:off x="1201559" y="1044614"/>
            <a:ext cx="399421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9D442F-0051-7B23-B594-5F4E5B0E2A97}"/>
              </a:ext>
            </a:extLst>
          </p:cNvPr>
          <p:cNvSpPr txBox="1"/>
          <p:nvPr/>
        </p:nvSpPr>
        <p:spPr>
          <a:xfrm rot="16200000">
            <a:off x="2699035" y="2811365"/>
            <a:ext cx="42960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ko-KR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DF27EC-8817-C86D-22DE-97E47F233D2F}"/>
              </a:ext>
            </a:extLst>
          </p:cNvPr>
          <p:cNvSpPr txBox="1"/>
          <p:nvPr/>
        </p:nvSpPr>
        <p:spPr>
          <a:xfrm>
            <a:off x="3664873" y="4399559"/>
            <a:ext cx="110608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- 6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9E364DC-9ECF-FE28-7CD1-76E7EFC7E9BA}"/>
              </a:ext>
            </a:extLst>
          </p:cNvPr>
          <p:cNvSpPr txBox="1"/>
          <p:nvPr/>
        </p:nvSpPr>
        <p:spPr>
          <a:xfrm>
            <a:off x="3991842" y="4399559"/>
            <a:ext cx="110608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- 4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DE776B4-26A1-6C0C-9C9E-71C3ADC0A08E}"/>
              </a:ext>
            </a:extLst>
          </p:cNvPr>
          <p:cNvSpPr txBox="1"/>
          <p:nvPr/>
        </p:nvSpPr>
        <p:spPr>
          <a:xfrm>
            <a:off x="4343293" y="4399559"/>
            <a:ext cx="110608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- 2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0BCA0E-1242-3275-CA4C-45195F1BF854}"/>
              </a:ext>
            </a:extLst>
          </p:cNvPr>
          <p:cNvSpPr txBox="1"/>
          <p:nvPr/>
        </p:nvSpPr>
        <p:spPr>
          <a:xfrm>
            <a:off x="4702316" y="4399559"/>
            <a:ext cx="5129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A73A3C3-1F58-2021-0431-98071118B94C}"/>
              </a:ext>
            </a:extLst>
          </p:cNvPr>
          <p:cNvSpPr txBox="1"/>
          <p:nvPr/>
        </p:nvSpPr>
        <p:spPr>
          <a:xfrm>
            <a:off x="5042323" y="4399559"/>
            <a:ext cx="5129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79334B2-6614-EF02-9FA7-FD64DA6E36E5}"/>
              </a:ext>
            </a:extLst>
          </p:cNvPr>
          <p:cNvSpPr txBox="1"/>
          <p:nvPr/>
        </p:nvSpPr>
        <p:spPr>
          <a:xfrm>
            <a:off x="5383797" y="4399559"/>
            <a:ext cx="5129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A463C9C-AA31-14BA-FCDC-987B630A69D9}"/>
              </a:ext>
            </a:extLst>
          </p:cNvPr>
          <p:cNvSpPr txBox="1"/>
          <p:nvPr/>
        </p:nvSpPr>
        <p:spPr>
          <a:xfrm>
            <a:off x="5666380" y="4399559"/>
            <a:ext cx="5129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9CD0929-DCE2-BB2E-EBE5-22873ABB7C55}"/>
              </a:ext>
            </a:extLst>
          </p:cNvPr>
          <p:cNvSpPr/>
          <p:nvPr/>
        </p:nvSpPr>
        <p:spPr>
          <a:xfrm>
            <a:off x="4728637" y="2138549"/>
            <a:ext cx="6912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D8E3FCA-CE44-CE66-AA18-44B8A2E812A9}"/>
              </a:ext>
            </a:extLst>
          </p:cNvPr>
          <p:cNvSpPr/>
          <p:nvPr/>
        </p:nvSpPr>
        <p:spPr>
          <a:xfrm>
            <a:off x="4728637" y="2384578"/>
            <a:ext cx="698400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45CBBAC0-C95F-A89A-7DB7-25A0B0760BC7}"/>
              </a:ext>
            </a:extLst>
          </p:cNvPr>
          <p:cNvSpPr/>
          <p:nvPr/>
        </p:nvSpPr>
        <p:spPr>
          <a:xfrm>
            <a:off x="4728637" y="2648085"/>
            <a:ext cx="783551" cy="162000"/>
          </a:xfrm>
          <a:prstGeom prst="rect">
            <a:avLst/>
          </a:prstGeom>
          <a:solidFill>
            <a:srgbClr val="F8766D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67A79FB-2F9B-D83A-6EE7-A41B14545ACC}"/>
              </a:ext>
            </a:extLst>
          </p:cNvPr>
          <p:cNvSpPr/>
          <p:nvPr/>
        </p:nvSpPr>
        <p:spPr>
          <a:xfrm>
            <a:off x="4117597" y="3121568"/>
            <a:ext cx="604800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E5065A-FE32-2CCB-BCBE-85C1A9BDDFC0}"/>
              </a:ext>
            </a:extLst>
          </p:cNvPr>
          <p:cNvSpPr/>
          <p:nvPr/>
        </p:nvSpPr>
        <p:spPr>
          <a:xfrm>
            <a:off x="4064148" y="3373344"/>
            <a:ext cx="658249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C058A2CC-DFE4-51C9-DE23-3FEFC165B25E}"/>
              </a:ext>
            </a:extLst>
          </p:cNvPr>
          <p:cNvSpPr/>
          <p:nvPr/>
        </p:nvSpPr>
        <p:spPr>
          <a:xfrm>
            <a:off x="4052797" y="3630513"/>
            <a:ext cx="669600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837D1EC4-9AEC-16EB-2BD2-246691B786E9}"/>
              </a:ext>
            </a:extLst>
          </p:cNvPr>
          <p:cNvSpPr/>
          <p:nvPr/>
        </p:nvSpPr>
        <p:spPr>
          <a:xfrm>
            <a:off x="3973821" y="3866861"/>
            <a:ext cx="748576" cy="175107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02F9EE0-7EA9-8C98-CA3D-C8EE403E098A}"/>
              </a:ext>
            </a:extLst>
          </p:cNvPr>
          <p:cNvSpPr/>
          <p:nvPr/>
        </p:nvSpPr>
        <p:spPr>
          <a:xfrm>
            <a:off x="3938872" y="4124461"/>
            <a:ext cx="781200" cy="162000"/>
          </a:xfrm>
          <a:prstGeom prst="rect">
            <a:avLst/>
          </a:prstGeom>
          <a:solidFill>
            <a:srgbClr val="619CFF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A6CBE7-8D6D-90DF-013E-C5FFCE48E6E7}"/>
              </a:ext>
            </a:extLst>
          </p:cNvPr>
          <p:cNvSpPr txBox="1"/>
          <p:nvPr/>
        </p:nvSpPr>
        <p:spPr>
          <a:xfrm>
            <a:off x="4016916" y="4671594"/>
            <a:ext cx="54822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LDA Score</a:t>
            </a:r>
            <a:endParaRPr lang="ko-KR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1194BB-9687-C27D-6D26-1CECA3823579}"/>
              </a:ext>
            </a:extLst>
          </p:cNvPr>
          <p:cNvSpPr/>
          <p:nvPr/>
        </p:nvSpPr>
        <p:spPr>
          <a:xfrm>
            <a:off x="5754567" y="755105"/>
            <a:ext cx="2844000" cy="140016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600C48B8-FBD4-E1E2-A837-F688A9BC9F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7993" y="1152667"/>
            <a:ext cx="3623397" cy="4469817"/>
          </a:xfrm>
          <a:prstGeom prst="rect">
            <a:avLst/>
          </a:prstGeom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3AC1AE0A-DD16-6473-EBC0-A883239198CD}"/>
              </a:ext>
            </a:extLst>
          </p:cNvPr>
          <p:cNvCxnSpPr>
            <a:cxnSpLocks/>
          </p:cNvCxnSpPr>
          <p:nvPr/>
        </p:nvCxnSpPr>
        <p:spPr>
          <a:xfrm flipV="1">
            <a:off x="3938872" y="1267035"/>
            <a:ext cx="0" cy="30861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F87F6E6-0C6D-6101-11AE-67E39A7A352F}"/>
              </a:ext>
            </a:extLst>
          </p:cNvPr>
          <p:cNvSpPr/>
          <p:nvPr/>
        </p:nvSpPr>
        <p:spPr>
          <a:xfrm>
            <a:off x="6096000" y="2219549"/>
            <a:ext cx="729158" cy="185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662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F5D46-40DF-195D-3AC2-B8EDF460A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5B788D-68D4-EBBA-AAC3-2A6967B980FE}"/>
              </a:ext>
            </a:extLst>
          </p:cNvPr>
          <p:cNvSpPr txBox="1"/>
          <p:nvPr/>
        </p:nvSpPr>
        <p:spPr>
          <a:xfrm>
            <a:off x="157781" y="36339"/>
            <a:ext cx="5561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Figure5. Taxonomic</a:t>
            </a:r>
            <a:endParaRPr lang="ko-KR" altLang="en-US" sz="1600" b="1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4A399A0-65BE-5F4D-C266-198C5549F4A9}"/>
              </a:ext>
            </a:extLst>
          </p:cNvPr>
          <p:cNvSpPr/>
          <p:nvPr/>
        </p:nvSpPr>
        <p:spPr>
          <a:xfrm>
            <a:off x="3486000" y="77857"/>
            <a:ext cx="5220000" cy="158332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F8E44A7-90BA-D7FF-8EA7-4DFEA0B428E6}"/>
              </a:ext>
            </a:extLst>
          </p:cNvPr>
          <p:cNvSpPr/>
          <p:nvPr/>
        </p:nvSpPr>
        <p:spPr>
          <a:xfrm flipH="1">
            <a:off x="2525003" y="505350"/>
            <a:ext cx="212913" cy="54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51011E-CEE6-38AA-CC3C-CE33F655D449}"/>
              </a:ext>
            </a:extLst>
          </p:cNvPr>
          <p:cNvSpPr/>
          <p:nvPr/>
        </p:nvSpPr>
        <p:spPr>
          <a:xfrm>
            <a:off x="3486000" y="314383"/>
            <a:ext cx="2592000" cy="495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3ECA2CF-5490-57A4-FC84-4106A1400FE0}"/>
              </a:ext>
            </a:extLst>
          </p:cNvPr>
          <p:cNvSpPr/>
          <p:nvPr/>
        </p:nvSpPr>
        <p:spPr>
          <a:xfrm rot="5400000">
            <a:off x="1980249" y="1326185"/>
            <a:ext cx="1800000" cy="15833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8DAC10-E99D-A44B-8964-D28BC1D2C257}"/>
              </a:ext>
            </a:extLst>
          </p:cNvPr>
          <p:cNvSpPr/>
          <p:nvPr/>
        </p:nvSpPr>
        <p:spPr>
          <a:xfrm rot="5400000">
            <a:off x="1980249" y="3157422"/>
            <a:ext cx="1800000" cy="15833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2E21BAB-60B4-AC59-7797-646E9FE0C9DD}"/>
              </a:ext>
            </a:extLst>
          </p:cNvPr>
          <p:cNvSpPr/>
          <p:nvPr/>
        </p:nvSpPr>
        <p:spPr>
          <a:xfrm rot="5400000">
            <a:off x="1992528" y="4998184"/>
            <a:ext cx="1800000" cy="15833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2A7526-6032-10DC-A9BB-FDAC2C3C3800}"/>
              </a:ext>
            </a:extLst>
          </p:cNvPr>
          <p:cNvSpPr/>
          <p:nvPr/>
        </p:nvSpPr>
        <p:spPr>
          <a:xfrm>
            <a:off x="6114000" y="314383"/>
            <a:ext cx="2592000" cy="6115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7D1416-5963-DCA9-9BB2-F6EE293E3DAC}"/>
              </a:ext>
            </a:extLst>
          </p:cNvPr>
          <p:cNvSpPr/>
          <p:nvPr/>
        </p:nvSpPr>
        <p:spPr>
          <a:xfrm rot="5400000">
            <a:off x="2850035" y="1993087"/>
            <a:ext cx="540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1E727B1-2ABF-F2FE-61AF-035CEFE164CD}"/>
              </a:ext>
            </a:extLst>
          </p:cNvPr>
          <p:cNvSpPr/>
          <p:nvPr/>
        </p:nvSpPr>
        <p:spPr>
          <a:xfrm rot="5400000">
            <a:off x="2508035" y="1075087"/>
            <a:ext cx="1224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B0773D4-4353-E3D0-A068-843218C5A3F2}"/>
              </a:ext>
            </a:extLst>
          </p:cNvPr>
          <p:cNvSpPr/>
          <p:nvPr/>
        </p:nvSpPr>
        <p:spPr>
          <a:xfrm rot="5400000">
            <a:off x="2850035" y="3824325"/>
            <a:ext cx="540000" cy="84526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110C24-A24A-7B6D-D63F-EDA00A8F260E}"/>
              </a:ext>
            </a:extLst>
          </p:cNvPr>
          <p:cNvSpPr/>
          <p:nvPr/>
        </p:nvSpPr>
        <p:spPr>
          <a:xfrm rot="5400000">
            <a:off x="2508034" y="2906323"/>
            <a:ext cx="1224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E8BB892-3045-4ADE-0BE6-A0DB6D7482B7}"/>
              </a:ext>
            </a:extLst>
          </p:cNvPr>
          <p:cNvSpPr/>
          <p:nvPr/>
        </p:nvSpPr>
        <p:spPr>
          <a:xfrm rot="5400000">
            <a:off x="2562034" y="4693085"/>
            <a:ext cx="1116000" cy="8452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33D733-972C-C8A2-9096-F7DF327DA307}"/>
              </a:ext>
            </a:extLst>
          </p:cNvPr>
          <p:cNvSpPr/>
          <p:nvPr/>
        </p:nvSpPr>
        <p:spPr>
          <a:xfrm rot="5400000">
            <a:off x="2796035" y="5611085"/>
            <a:ext cx="648000" cy="84529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FB9D8CE-9E5F-1952-6AEF-571A8E73F62A}"/>
              </a:ext>
            </a:extLst>
          </p:cNvPr>
          <p:cNvSpPr/>
          <p:nvPr/>
        </p:nvSpPr>
        <p:spPr>
          <a:xfrm>
            <a:off x="3438965" y="633034"/>
            <a:ext cx="411013" cy="1023783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620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14F8-7A8D-D1FB-AE20-AC2045DC9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그래픽 72">
            <a:extLst>
              <a:ext uri="{FF2B5EF4-FFF2-40B4-BE49-F238E27FC236}">
                <a16:creationId xmlns:a16="http://schemas.microsoft.com/office/drawing/2014/main" id="{7E52D826-DE1D-459D-FC69-47B3AA2CB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5284" y="3169682"/>
            <a:ext cx="1285125" cy="1464963"/>
          </a:xfrm>
          <a:prstGeom prst="rect">
            <a:avLst/>
          </a:prstGeom>
        </p:spPr>
      </p:pic>
      <p:pic>
        <p:nvPicPr>
          <p:cNvPr id="57" name="그래픽 56">
            <a:extLst>
              <a:ext uri="{FF2B5EF4-FFF2-40B4-BE49-F238E27FC236}">
                <a16:creationId xmlns:a16="http://schemas.microsoft.com/office/drawing/2014/main" id="{AFDD837E-02BB-EA50-33E8-6E5C3C425C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26926" y="3222176"/>
            <a:ext cx="1348755" cy="1421342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3957E885-0C6D-D569-2D45-65219F9270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2913" y="3153727"/>
            <a:ext cx="1319677" cy="1484095"/>
          </a:xfrm>
          <a:prstGeom prst="rect">
            <a:avLst/>
          </a:prstGeom>
        </p:spPr>
      </p:pic>
      <p:pic>
        <p:nvPicPr>
          <p:cNvPr id="48" name="그래픽 47">
            <a:extLst>
              <a:ext uri="{FF2B5EF4-FFF2-40B4-BE49-F238E27FC236}">
                <a16:creationId xmlns:a16="http://schemas.microsoft.com/office/drawing/2014/main" id="{7417F783-BBC5-B64E-4A05-AF5530887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5791" y="1285330"/>
            <a:ext cx="1257403" cy="1499203"/>
          </a:xfrm>
          <a:prstGeom prst="rect">
            <a:avLst/>
          </a:prstGeom>
        </p:spPr>
      </p:pic>
      <p:pic>
        <p:nvPicPr>
          <p:cNvPr id="31" name="그래픽 30">
            <a:extLst>
              <a:ext uri="{FF2B5EF4-FFF2-40B4-BE49-F238E27FC236}">
                <a16:creationId xmlns:a16="http://schemas.microsoft.com/office/drawing/2014/main" id="{BCCD3CC1-FDB0-1720-A77D-59D0A5DC9F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26925" y="1313163"/>
            <a:ext cx="1330277" cy="1454194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019FC152-B767-FD61-950E-D1FFC20C0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75159" y="1331269"/>
            <a:ext cx="1252665" cy="14458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50453B-7147-4A94-436E-16BC64848EC0}"/>
              </a:ext>
            </a:extLst>
          </p:cNvPr>
          <p:cNvSpPr txBox="1"/>
          <p:nvPr/>
        </p:nvSpPr>
        <p:spPr>
          <a:xfrm>
            <a:off x="157782" y="36339"/>
            <a:ext cx="3028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Figure 2. Alpha diversity</a:t>
            </a:r>
            <a:endParaRPr lang="ko-KR" altLang="en-US" sz="16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6C51893-2472-CC6C-A27D-1589064C1A08}"/>
              </a:ext>
            </a:extLst>
          </p:cNvPr>
          <p:cNvSpPr/>
          <p:nvPr/>
        </p:nvSpPr>
        <p:spPr>
          <a:xfrm flipH="1">
            <a:off x="2296403" y="1093347"/>
            <a:ext cx="212913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F1321F-10DF-F8F5-7D30-49F4D138E25E}"/>
              </a:ext>
            </a:extLst>
          </p:cNvPr>
          <p:cNvSpPr/>
          <p:nvPr/>
        </p:nvSpPr>
        <p:spPr>
          <a:xfrm>
            <a:off x="578498" y="974609"/>
            <a:ext cx="289249" cy="338554"/>
          </a:xfrm>
          <a:prstGeom prst="rect">
            <a:avLst/>
          </a:prstGeom>
          <a:solidFill>
            <a:srgbClr val="F8766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8766D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84B9C8-5247-7E76-C421-3C7341905A8F}"/>
              </a:ext>
            </a:extLst>
          </p:cNvPr>
          <p:cNvSpPr/>
          <p:nvPr/>
        </p:nvSpPr>
        <p:spPr>
          <a:xfrm>
            <a:off x="601066" y="1443744"/>
            <a:ext cx="289249" cy="338554"/>
          </a:xfrm>
          <a:prstGeom prst="rect">
            <a:avLst/>
          </a:prstGeom>
          <a:solidFill>
            <a:srgbClr val="01BA3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90A55C5-41CE-FE76-C433-A69C0994C17E}"/>
              </a:ext>
            </a:extLst>
          </p:cNvPr>
          <p:cNvSpPr/>
          <p:nvPr/>
        </p:nvSpPr>
        <p:spPr>
          <a:xfrm>
            <a:off x="601066" y="1912879"/>
            <a:ext cx="289249" cy="338554"/>
          </a:xfrm>
          <a:prstGeom prst="rect">
            <a:avLst/>
          </a:prstGeom>
          <a:solidFill>
            <a:srgbClr val="619C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94A834-A2BF-FB4B-B060-08EE97A86268}"/>
              </a:ext>
            </a:extLst>
          </p:cNvPr>
          <p:cNvSpPr txBox="1"/>
          <p:nvPr/>
        </p:nvSpPr>
        <p:spPr>
          <a:xfrm>
            <a:off x="6189322" y="1121922"/>
            <a:ext cx="26770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Chao1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3EBFD3-1888-A5E8-FB5F-F67884C689DA}"/>
              </a:ext>
            </a:extLst>
          </p:cNvPr>
          <p:cNvSpPr txBox="1"/>
          <p:nvPr/>
        </p:nvSpPr>
        <p:spPr>
          <a:xfrm>
            <a:off x="4228937" y="2993922"/>
            <a:ext cx="359073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Shannon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E9901C3-E04D-A710-F21B-0C57A7DF85A7}"/>
              </a:ext>
            </a:extLst>
          </p:cNvPr>
          <p:cNvSpPr txBox="1"/>
          <p:nvPr/>
        </p:nvSpPr>
        <p:spPr>
          <a:xfrm>
            <a:off x="6139956" y="2993922"/>
            <a:ext cx="360676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Simpson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8F2555-AB10-AEF5-FB07-73D22DDF407E}"/>
              </a:ext>
            </a:extLst>
          </p:cNvPr>
          <p:cNvSpPr txBox="1"/>
          <p:nvPr/>
        </p:nvSpPr>
        <p:spPr>
          <a:xfrm>
            <a:off x="8129101" y="1133041"/>
            <a:ext cx="20518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ACE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6028FB-97EA-772D-A212-E28D35527DF8}"/>
              </a:ext>
            </a:extLst>
          </p:cNvPr>
          <p:cNvSpPr txBox="1"/>
          <p:nvPr/>
        </p:nvSpPr>
        <p:spPr>
          <a:xfrm>
            <a:off x="3257401" y="1093346"/>
            <a:ext cx="11060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ko-KR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824B8A5-1E50-DE8A-62DF-ECC365CBADA3}"/>
              </a:ext>
            </a:extLst>
          </p:cNvPr>
          <p:cNvSpPr txBox="1"/>
          <p:nvPr/>
        </p:nvSpPr>
        <p:spPr>
          <a:xfrm>
            <a:off x="3257401" y="2965346"/>
            <a:ext cx="10259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ko-KR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F9F3912F-BAAD-BB4E-11BA-2D6582CD1652}"/>
              </a:ext>
            </a:extLst>
          </p:cNvPr>
          <p:cNvSpPr/>
          <p:nvPr/>
        </p:nvSpPr>
        <p:spPr>
          <a:xfrm rot="16200000">
            <a:off x="4307032" y="2176133"/>
            <a:ext cx="152329" cy="139243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8125A5E-9908-96A5-FBFC-F86B58CC9F1F}"/>
              </a:ext>
            </a:extLst>
          </p:cNvPr>
          <p:cNvSpPr txBox="1"/>
          <p:nvPr/>
        </p:nvSpPr>
        <p:spPr>
          <a:xfrm rot="-5400000">
            <a:off x="6881568" y="1942911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D2DA389-A33F-8B1A-B9C8-F005B56D5874}"/>
              </a:ext>
            </a:extLst>
          </p:cNvPr>
          <p:cNvSpPr txBox="1"/>
          <p:nvPr/>
        </p:nvSpPr>
        <p:spPr>
          <a:xfrm>
            <a:off x="4195489" y="1121922"/>
            <a:ext cx="391133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Observed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7F5E9C4-4EB6-1640-A598-76B9E96FA93E}"/>
              </a:ext>
            </a:extLst>
          </p:cNvPr>
          <p:cNvSpPr txBox="1"/>
          <p:nvPr/>
        </p:nvSpPr>
        <p:spPr>
          <a:xfrm rot="-5400000">
            <a:off x="3048851" y="1931792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55388108-7B0E-CF85-2CCF-9ABC03D5DA2D}"/>
              </a:ext>
            </a:extLst>
          </p:cNvPr>
          <p:cNvCxnSpPr>
            <a:cxnSpLocks/>
          </p:cNvCxnSpPr>
          <p:nvPr/>
        </p:nvCxnSpPr>
        <p:spPr>
          <a:xfrm flipH="1">
            <a:off x="3625727" y="2778125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911D8FED-71BB-DBB5-A215-A604269F1FBB}"/>
              </a:ext>
            </a:extLst>
          </p:cNvPr>
          <p:cNvSpPr txBox="1"/>
          <p:nvPr/>
        </p:nvSpPr>
        <p:spPr>
          <a:xfrm>
            <a:off x="3844030" y="2797280"/>
            <a:ext cx="19396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Poor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B74C0DF-64BF-A8D1-C57C-5CA42D4A3EFC}"/>
              </a:ext>
            </a:extLst>
          </p:cNvPr>
          <p:cNvSpPr txBox="1"/>
          <p:nvPr/>
        </p:nvSpPr>
        <p:spPr>
          <a:xfrm>
            <a:off x="4629945" y="2797279"/>
            <a:ext cx="22762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Good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B6CF422A-BF8B-26AE-F942-C514F114AB11}"/>
              </a:ext>
            </a:extLst>
          </p:cNvPr>
          <p:cNvCxnSpPr>
            <a:cxnSpLocks/>
          </p:cNvCxnSpPr>
          <p:nvPr/>
        </p:nvCxnSpPr>
        <p:spPr>
          <a:xfrm flipH="1">
            <a:off x="5567173" y="2778125"/>
            <a:ext cx="1512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0BB3DA-4FE0-171F-60D6-D8863F3920D6}"/>
              </a:ext>
            </a:extLst>
          </p:cNvPr>
          <p:cNvSpPr txBox="1"/>
          <p:nvPr/>
        </p:nvSpPr>
        <p:spPr>
          <a:xfrm rot="-5400000">
            <a:off x="4965251" y="1931792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5E5D1BE8-94E7-D75A-2538-B7991B0210B3}"/>
              </a:ext>
            </a:extLst>
          </p:cNvPr>
          <p:cNvSpPr/>
          <p:nvPr/>
        </p:nvSpPr>
        <p:spPr>
          <a:xfrm rot="16200000">
            <a:off x="6203297" y="2194896"/>
            <a:ext cx="152329" cy="139243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A3107507-CE19-A7CF-D62D-1E16C108828D}"/>
              </a:ext>
            </a:extLst>
          </p:cNvPr>
          <p:cNvSpPr/>
          <p:nvPr/>
        </p:nvSpPr>
        <p:spPr>
          <a:xfrm rot="16200000">
            <a:off x="8039806" y="2228254"/>
            <a:ext cx="234337" cy="1392439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D00FC1-ABA0-8583-34DC-BA50E0055B02}"/>
              </a:ext>
            </a:extLst>
          </p:cNvPr>
          <p:cNvSpPr txBox="1"/>
          <p:nvPr/>
        </p:nvSpPr>
        <p:spPr>
          <a:xfrm>
            <a:off x="8105770" y="2993922"/>
            <a:ext cx="256480" cy="12311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Fisher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B4765C6-5F3C-498B-E0FF-B07376659034}"/>
              </a:ext>
            </a:extLst>
          </p:cNvPr>
          <p:cNvSpPr txBox="1"/>
          <p:nvPr/>
        </p:nvSpPr>
        <p:spPr>
          <a:xfrm rot="-5400000">
            <a:off x="3048851" y="3784741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66974228-68CD-52D5-3DA9-2445D43D2AFC}"/>
              </a:ext>
            </a:extLst>
          </p:cNvPr>
          <p:cNvSpPr txBox="1"/>
          <p:nvPr/>
        </p:nvSpPr>
        <p:spPr>
          <a:xfrm rot="-5400000">
            <a:off x="4974776" y="3784741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086DA228-26E3-7540-286D-F1E9E90CCB5F}"/>
              </a:ext>
            </a:extLst>
          </p:cNvPr>
          <p:cNvSpPr txBox="1"/>
          <p:nvPr/>
        </p:nvSpPr>
        <p:spPr>
          <a:xfrm rot="-5400000">
            <a:off x="6881651" y="3784741"/>
            <a:ext cx="54021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ko-KR" alt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79E59CF-7CD3-F9DA-3D9A-1195D4F8CD79}"/>
              </a:ext>
            </a:extLst>
          </p:cNvPr>
          <p:cNvSpPr/>
          <p:nvPr/>
        </p:nvSpPr>
        <p:spPr>
          <a:xfrm rot="5400000">
            <a:off x="1753087" y="3784745"/>
            <a:ext cx="1800000" cy="161203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92092FF-177B-3F7C-6236-26FCA29A1FF1}"/>
              </a:ext>
            </a:extLst>
          </p:cNvPr>
          <p:cNvSpPr/>
          <p:nvPr/>
        </p:nvSpPr>
        <p:spPr>
          <a:xfrm rot="5400000">
            <a:off x="1753156" y="1912676"/>
            <a:ext cx="1800000" cy="161341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81E6E5-EACE-166D-121E-330B7BBA197B}"/>
              </a:ext>
            </a:extLst>
          </p:cNvPr>
          <p:cNvSpPr/>
          <p:nvPr/>
        </p:nvSpPr>
        <p:spPr>
          <a:xfrm>
            <a:off x="3257401" y="579853"/>
            <a:ext cx="1908000" cy="184665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EE9B4AA-EFA1-D0DB-B78C-A1B753E62DCF}"/>
              </a:ext>
            </a:extLst>
          </p:cNvPr>
          <p:cNvSpPr/>
          <p:nvPr/>
        </p:nvSpPr>
        <p:spPr>
          <a:xfrm>
            <a:off x="3257401" y="355943"/>
            <a:ext cx="5724000" cy="158332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21201EA-A8C2-25F8-6A3B-7C4E62E7DE0C}"/>
              </a:ext>
            </a:extLst>
          </p:cNvPr>
          <p:cNvSpPr/>
          <p:nvPr/>
        </p:nvSpPr>
        <p:spPr>
          <a:xfrm>
            <a:off x="5165401" y="579855"/>
            <a:ext cx="1908000" cy="184664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69AF03-328B-3542-F3EA-8D119145F5F2}"/>
              </a:ext>
            </a:extLst>
          </p:cNvPr>
          <p:cNvSpPr/>
          <p:nvPr/>
        </p:nvSpPr>
        <p:spPr>
          <a:xfrm>
            <a:off x="7073401" y="579854"/>
            <a:ext cx="1908000" cy="184664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DDBE12C-7B28-E0E7-07C9-3325323D7E8D}"/>
              </a:ext>
            </a:extLst>
          </p:cNvPr>
          <p:cNvCxnSpPr>
            <a:cxnSpLocks/>
          </p:cNvCxnSpPr>
          <p:nvPr/>
        </p:nvCxnSpPr>
        <p:spPr>
          <a:xfrm flipH="1">
            <a:off x="3625588" y="1313163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FD02748-B080-9DC4-F285-D0445F27715F}"/>
              </a:ext>
            </a:extLst>
          </p:cNvPr>
          <p:cNvCxnSpPr>
            <a:cxnSpLocks/>
          </p:cNvCxnSpPr>
          <p:nvPr/>
        </p:nvCxnSpPr>
        <p:spPr>
          <a:xfrm flipH="1">
            <a:off x="5564108" y="1313163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D59D4D8-2EB9-3DF8-C4E5-C01EBD391791}"/>
              </a:ext>
            </a:extLst>
          </p:cNvPr>
          <p:cNvSpPr txBox="1"/>
          <p:nvPr/>
        </p:nvSpPr>
        <p:spPr>
          <a:xfrm>
            <a:off x="7285711" y="1268030"/>
            <a:ext cx="153888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100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79EAFD-919D-B8C4-D414-672060C7EF6A}"/>
              </a:ext>
            </a:extLst>
          </p:cNvPr>
          <p:cNvSpPr txBox="1"/>
          <p:nvPr/>
        </p:nvSpPr>
        <p:spPr>
          <a:xfrm>
            <a:off x="7337007" y="2362223"/>
            <a:ext cx="10259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60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C51C87F-2033-6FF4-AE38-131E1B8E7299}"/>
              </a:ext>
            </a:extLst>
          </p:cNvPr>
          <p:cNvSpPr txBox="1"/>
          <p:nvPr/>
        </p:nvSpPr>
        <p:spPr>
          <a:xfrm>
            <a:off x="7337007" y="1815126"/>
            <a:ext cx="10259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80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82" name="직선 연결선 181">
            <a:extLst>
              <a:ext uri="{FF2B5EF4-FFF2-40B4-BE49-F238E27FC236}">
                <a16:creationId xmlns:a16="http://schemas.microsoft.com/office/drawing/2014/main" id="{508A64C5-CC54-68BF-1CDD-5C8883054FE7}"/>
              </a:ext>
            </a:extLst>
          </p:cNvPr>
          <p:cNvCxnSpPr>
            <a:cxnSpLocks/>
          </p:cNvCxnSpPr>
          <p:nvPr/>
        </p:nvCxnSpPr>
        <p:spPr>
          <a:xfrm flipH="1">
            <a:off x="7475693" y="2789244"/>
            <a:ext cx="1512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2C2FA21-240D-8619-C46A-D977DD99E9CD}"/>
              </a:ext>
            </a:extLst>
          </p:cNvPr>
          <p:cNvCxnSpPr>
            <a:cxnSpLocks/>
          </p:cNvCxnSpPr>
          <p:nvPr/>
        </p:nvCxnSpPr>
        <p:spPr>
          <a:xfrm flipH="1">
            <a:off x="7473820" y="1313163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91EF2F4-3390-B104-A13B-8596AFFF3A18}"/>
              </a:ext>
            </a:extLst>
          </p:cNvPr>
          <p:cNvCxnSpPr>
            <a:cxnSpLocks/>
          </p:cNvCxnSpPr>
          <p:nvPr/>
        </p:nvCxnSpPr>
        <p:spPr>
          <a:xfrm>
            <a:off x="10871558" y="815093"/>
            <a:ext cx="0" cy="4453098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11C91D8-AB01-2512-F97F-BFCE193AF5D9}"/>
              </a:ext>
            </a:extLst>
          </p:cNvPr>
          <p:cNvCxnSpPr>
            <a:cxnSpLocks/>
          </p:cNvCxnSpPr>
          <p:nvPr/>
        </p:nvCxnSpPr>
        <p:spPr>
          <a:xfrm flipH="1">
            <a:off x="3625588" y="4643518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1C025BF-E650-27F1-2905-BD9ACC4A21F8}"/>
              </a:ext>
            </a:extLst>
          </p:cNvPr>
          <p:cNvCxnSpPr>
            <a:cxnSpLocks/>
          </p:cNvCxnSpPr>
          <p:nvPr/>
        </p:nvCxnSpPr>
        <p:spPr>
          <a:xfrm flipH="1">
            <a:off x="3625449" y="3173846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0E2D8DD-8A07-7559-F415-A90207005592}"/>
              </a:ext>
            </a:extLst>
          </p:cNvPr>
          <p:cNvCxnSpPr>
            <a:cxnSpLocks/>
          </p:cNvCxnSpPr>
          <p:nvPr/>
        </p:nvCxnSpPr>
        <p:spPr>
          <a:xfrm flipH="1">
            <a:off x="5554966" y="4639356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1FE4EAC4-4E28-853D-D92E-4E4EACA391F4}"/>
              </a:ext>
            </a:extLst>
          </p:cNvPr>
          <p:cNvCxnSpPr>
            <a:cxnSpLocks/>
          </p:cNvCxnSpPr>
          <p:nvPr/>
        </p:nvCxnSpPr>
        <p:spPr>
          <a:xfrm flipH="1">
            <a:off x="5554827" y="3169684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24E28691-0390-55A7-7374-81D401A62119}"/>
              </a:ext>
            </a:extLst>
          </p:cNvPr>
          <p:cNvCxnSpPr>
            <a:cxnSpLocks/>
          </p:cNvCxnSpPr>
          <p:nvPr/>
        </p:nvCxnSpPr>
        <p:spPr>
          <a:xfrm flipH="1">
            <a:off x="7468682" y="4644143"/>
            <a:ext cx="1530656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37831B56-5BF6-AE05-2B72-582712445EE2}"/>
              </a:ext>
            </a:extLst>
          </p:cNvPr>
          <p:cNvCxnSpPr>
            <a:cxnSpLocks/>
          </p:cNvCxnSpPr>
          <p:nvPr/>
        </p:nvCxnSpPr>
        <p:spPr>
          <a:xfrm flipH="1">
            <a:off x="7468543" y="3174471"/>
            <a:ext cx="139" cy="146496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EA1A63AD-6AFD-4135-3ED6-FE10CB90AFAA}"/>
              </a:ext>
            </a:extLst>
          </p:cNvPr>
          <p:cNvSpPr txBox="1"/>
          <p:nvPr/>
        </p:nvSpPr>
        <p:spPr>
          <a:xfrm>
            <a:off x="7320391" y="3491977"/>
            <a:ext cx="10259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18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7F694BC-570D-8753-0FDA-F6B57B93EAEC}"/>
              </a:ext>
            </a:extLst>
          </p:cNvPr>
          <p:cNvSpPr txBox="1"/>
          <p:nvPr/>
        </p:nvSpPr>
        <p:spPr>
          <a:xfrm>
            <a:off x="7320391" y="4154691"/>
            <a:ext cx="10259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14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EC26D8D-9EB1-9BE2-DFDF-BB42F8C71193}"/>
              </a:ext>
            </a:extLst>
          </p:cNvPr>
          <p:cNvSpPr txBox="1"/>
          <p:nvPr/>
        </p:nvSpPr>
        <p:spPr>
          <a:xfrm>
            <a:off x="7320391" y="3823334"/>
            <a:ext cx="10259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16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71511F6-F56E-958D-3D4F-41EF4A38BB7D}"/>
              </a:ext>
            </a:extLst>
          </p:cNvPr>
          <p:cNvSpPr txBox="1"/>
          <p:nvPr/>
        </p:nvSpPr>
        <p:spPr>
          <a:xfrm>
            <a:off x="7320391" y="4486049"/>
            <a:ext cx="10259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12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858AABD5-26EA-C79E-A9FE-B03D4FDC4B16}"/>
              </a:ext>
            </a:extLst>
          </p:cNvPr>
          <p:cNvGrpSpPr/>
          <p:nvPr/>
        </p:nvGrpSpPr>
        <p:grpSpPr>
          <a:xfrm>
            <a:off x="8234546" y="4820805"/>
            <a:ext cx="754775" cy="160742"/>
            <a:chOff x="7385188" y="4806215"/>
            <a:chExt cx="754775" cy="160742"/>
          </a:xfrm>
        </p:grpSpPr>
        <p:pic>
          <p:nvPicPr>
            <p:cNvPr id="130" name="그래픽 129">
              <a:extLst>
                <a:ext uri="{FF2B5EF4-FFF2-40B4-BE49-F238E27FC236}">
                  <a16:creationId xmlns:a16="http://schemas.microsoft.com/office/drawing/2014/main" id="{BEA9D09F-D16A-853B-D123-8FF8BC1869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1" t="49936" r="-2"/>
            <a:stretch>
              <a:fillRect/>
            </a:stretch>
          </p:blipFill>
          <p:spPr>
            <a:xfrm>
              <a:off x="7749985" y="4806215"/>
              <a:ext cx="166712" cy="160742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2332E98-433D-CE53-AAAE-343EF53335B5}"/>
                </a:ext>
              </a:extLst>
            </p:cNvPr>
            <p:cNvSpPr txBox="1"/>
            <p:nvPr/>
          </p:nvSpPr>
          <p:spPr>
            <a:xfrm>
              <a:off x="7547377" y="4823633"/>
              <a:ext cx="193964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Poor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03BB466C-D0A2-9BA0-E68D-914DE381AE5E}"/>
                </a:ext>
              </a:extLst>
            </p:cNvPr>
            <p:cNvSpPr txBox="1"/>
            <p:nvPr/>
          </p:nvSpPr>
          <p:spPr>
            <a:xfrm>
              <a:off x="7912337" y="4823633"/>
              <a:ext cx="227626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Good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pic>
          <p:nvPicPr>
            <p:cNvPr id="139" name="그래픽 138">
              <a:extLst>
                <a:ext uri="{FF2B5EF4-FFF2-40B4-BE49-F238E27FC236}">
                  <a16:creationId xmlns:a16="http://schemas.microsoft.com/office/drawing/2014/main" id="{2021FC0E-B6D3-ADFB-36B6-D1580D2A43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 l="3" t="1" r="-1" b="49934"/>
            <a:stretch>
              <a:fillRect/>
            </a:stretch>
          </p:blipFill>
          <p:spPr>
            <a:xfrm>
              <a:off x="7385188" y="4806215"/>
              <a:ext cx="166709" cy="160742"/>
            </a:xfrm>
            <a:prstGeom prst="rect">
              <a:avLst/>
            </a:prstGeom>
          </p:spPr>
        </p:pic>
      </p:grp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62D2F0FB-3931-1445-461A-FE349A6B16F4}"/>
              </a:ext>
            </a:extLst>
          </p:cNvPr>
          <p:cNvCxnSpPr>
            <a:cxnSpLocks/>
          </p:cNvCxnSpPr>
          <p:nvPr/>
        </p:nvCxnSpPr>
        <p:spPr>
          <a:xfrm>
            <a:off x="3456517" y="6003276"/>
            <a:ext cx="6037539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913DF65-30BC-7010-1DFC-B1BBBBFEDB57}"/>
              </a:ext>
            </a:extLst>
          </p:cNvPr>
          <p:cNvGrpSpPr/>
          <p:nvPr/>
        </p:nvGrpSpPr>
        <p:grpSpPr>
          <a:xfrm>
            <a:off x="3490976" y="1389954"/>
            <a:ext cx="102592" cy="1327346"/>
            <a:chOff x="3490976" y="1389954"/>
            <a:chExt cx="102592" cy="1327346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705909D-FF2C-68E3-4BE1-ED68200C8EB6}"/>
                </a:ext>
              </a:extLst>
            </p:cNvPr>
            <p:cNvSpPr txBox="1"/>
            <p:nvPr/>
          </p:nvSpPr>
          <p:spPr>
            <a:xfrm>
              <a:off x="3490976" y="1389954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90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C002DE3-9171-FB4B-4D82-266DC3983EDE}"/>
                </a:ext>
              </a:extLst>
            </p:cNvPr>
            <p:cNvSpPr txBox="1"/>
            <p:nvPr/>
          </p:nvSpPr>
          <p:spPr>
            <a:xfrm>
              <a:off x="3490976" y="2293131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60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9F25C9E-C37D-6584-9E11-DA643062983A}"/>
                </a:ext>
              </a:extLst>
            </p:cNvPr>
            <p:cNvSpPr txBox="1"/>
            <p:nvPr/>
          </p:nvSpPr>
          <p:spPr>
            <a:xfrm>
              <a:off x="3490976" y="1691013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80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49C8D1-1BAD-CB6A-DD7E-8FE53C822D5A}"/>
                </a:ext>
              </a:extLst>
            </p:cNvPr>
            <p:cNvSpPr txBox="1"/>
            <p:nvPr/>
          </p:nvSpPr>
          <p:spPr>
            <a:xfrm>
              <a:off x="3490976" y="1992072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70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E091109-FB9E-DA84-DF1B-7EF3D15212B9}"/>
                </a:ext>
              </a:extLst>
            </p:cNvPr>
            <p:cNvSpPr txBox="1"/>
            <p:nvPr/>
          </p:nvSpPr>
          <p:spPr>
            <a:xfrm>
              <a:off x="3490976" y="2594189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50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8FBB414-F1C6-2B30-5269-DFEF20C31D65}"/>
              </a:ext>
            </a:extLst>
          </p:cNvPr>
          <p:cNvGrpSpPr/>
          <p:nvPr/>
        </p:nvGrpSpPr>
        <p:grpSpPr>
          <a:xfrm>
            <a:off x="5429483" y="1389954"/>
            <a:ext cx="102592" cy="1327346"/>
            <a:chOff x="3490976" y="1389954"/>
            <a:chExt cx="102592" cy="1327346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AD9E389-4F02-A544-F010-F3F5E87CFCB1}"/>
                </a:ext>
              </a:extLst>
            </p:cNvPr>
            <p:cNvSpPr txBox="1"/>
            <p:nvPr/>
          </p:nvSpPr>
          <p:spPr>
            <a:xfrm>
              <a:off x="3490976" y="1389954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90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0CB592-4B42-56D3-917A-852D23A8570A}"/>
                </a:ext>
              </a:extLst>
            </p:cNvPr>
            <p:cNvSpPr txBox="1"/>
            <p:nvPr/>
          </p:nvSpPr>
          <p:spPr>
            <a:xfrm>
              <a:off x="3490976" y="2293131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60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DBE1049-1214-674F-B17D-94C465FB17BD}"/>
                </a:ext>
              </a:extLst>
            </p:cNvPr>
            <p:cNvSpPr txBox="1"/>
            <p:nvPr/>
          </p:nvSpPr>
          <p:spPr>
            <a:xfrm>
              <a:off x="3490976" y="1691013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80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CB5B3D8-8327-94D8-0DE3-194FF0E07261}"/>
                </a:ext>
              </a:extLst>
            </p:cNvPr>
            <p:cNvSpPr txBox="1"/>
            <p:nvPr/>
          </p:nvSpPr>
          <p:spPr>
            <a:xfrm>
              <a:off x="3490976" y="1992072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70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253486C-8566-4D19-B9E8-0444A38CE9E7}"/>
                </a:ext>
              </a:extLst>
            </p:cNvPr>
            <p:cNvSpPr txBox="1"/>
            <p:nvPr/>
          </p:nvSpPr>
          <p:spPr>
            <a:xfrm>
              <a:off x="3490976" y="2594189"/>
              <a:ext cx="102592" cy="12311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800" dirty="0">
                  <a:latin typeface="times" panose="02020603050405020304" pitchFamily="18" charset="0"/>
                  <a:cs typeface="times" panose="02020603050405020304" pitchFamily="18" charset="0"/>
                </a:rPr>
                <a:t>50</a:t>
              </a:r>
              <a:endParaRPr lang="ko-KR" altLang="en-US" sz="800" dirty="0"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A7F816C-485C-19BD-6E8D-E72AEEC79D63}"/>
              </a:ext>
            </a:extLst>
          </p:cNvPr>
          <p:cNvSpPr txBox="1"/>
          <p:nvPr/>
        </p:nvSpPr>
        <p:spPr>
          <a:xfrm>
            <a:off x="5895619" y="2817503"/>
            <a:ext cx="19396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Poor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BE025E-522E-6AC5-D024-B9A56B10696A}"/>
              </a:ext>
            </a:extLst>
          </p:cNvPr>
          <p:cNvSpPr txBox="1"/>
          <p:nvPr/>
        </p:nvSpPr>
        <p:spPr>
          <a:xfrm>
            <a:off x="6681534" y="2817502"/>
            <a:ext cx="22762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Good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EC7E32-5D1B-2C47-F09A-4E64488A13B4}"/>
              </a:ext>
            </a:extLst>
          </p:cNvPr>
          <p:cNvSpPr txBox="1"/>
          <p:nvPr/>
        </p:nvSpPr>
        <p:spPr>
          <a:xfrm>
            <a:off x="7792181" y="2802826"/>
            <a:ext cx="19396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Poor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F778F6-6427-6CA0-A809-D7FBC9B5ECFB}"/>
              </a:ext>
            </a:extLst>
          </p:cNvPr>
          <p:cNvSpPr txBox="1"/>
          <p:nvPr/>
        </p:nvSpPr>
        <p:spPr>
          <a:xfrm>
            <a:off x="8578096" y="2802825"/>
            <a:ext cx="22762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Good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C25046E-E0EA-4A60-1611-85929405EB63}"/>
              </a:ext>
            </a:extLst>
          </p:cNvPr>
          <p:cNvSpPr txBox="1"/>
          <p:nvPr/>
        </p:nvSpPr>
        <p:spPr>
          <a:xfrm>
            <a:off x="3922301" y="4690800"/>
            <a:ext cx="19396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Poor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B9F0A9-6A0F-D77A-B4DE-43A15D423DA7}"/>
              </a:ext>
            </a:extLst>
          </p:cNvPr>
          <p:cNvSpPr txBox="1"/>
          <p:nvPr/>
        </p:nvSpPr>
        <p:spPr>
          <a:xfrm>
            <a:off x="4708216" y="4690799"/>
            <a:ext cx="22762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Good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AF14A28-4957-E177-5E03-FEC2967AB7E9}"/>
              </a:ext>
            </a:extLst>
          </p:cNvPr>
          <p:cNvSpPr txBox="1"/>
          <p:nvPr/>
        </p:nvSpPr>
        <p:spPr>
          <a:xfrm>
            <a:off x="5895619" y="4676555"/>
            <a:ext cx="19396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Poor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19D188F-DD7F-623C-0CF0-8A223CFB47B4}"/>
              </a:ext>
            </a:extLst>
          </p:cNvPr>
          <p:cNvSpPr txBox="1"/>
          <p:nvPr/>
        </p:nvSpPr>
        <p:spPr>
          <a:xfrm>
            <a:off x="6681534" y="4676554"/>
            <a:ext cx="22762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Good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777172E-59E7-A7F5-9929-B5057B70598B}"/>
              </a:ext>
            </a:extLst>
          </p:cNvPr>
          <p:cNvSpPr txBox="1"/>
          <p:nvPr/>
        </p:nvSpPr>
        <p:spPr>
          <a:xfrm>
            <a:off x="7792181" y="4664999"/>
            <a:ext cx="193964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Poor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3A4B2E1-7A34-2311-F6EF-924CFC6BFF03}"/>
              </a:ext>
            </a:extLst>
          </p:cNvPr>
          <p:cNvSpPr txBox="1"/>
          <p:nvPr/>
        </p:nvSpPr>
        <p:spPr>
          <a:xfrm>
            <a:off x="8578096" y="4664998"/>
            <a:ext cx="22762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Good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0DC04560-95C2-3E95-30C0-4D5A360F963D}"/>
              </a:ext>
            </a:extLst>
          </p:cNvPr>
          <p:cNvCxnSpPr>
            <a:cxnSpLocks/>
          </p:cNvCxnSpPr>
          <p:nvPr/>
        </p:nvCxnSpPr>
        <p:spPr>
          <a:xfrm>
            <a:off x="10099710" y="738797"/>
            <a:ext cx="0" cy="4453098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FD25D46A-D02B-78E6-021D-821A5FD9EE6A}"/>
              </a:ext>
            </a:extLst>
          </p:cNvPr>
          <p:cNvSpPr txBox="1"/>
          <p:nvPr/>
        </p:nvSpPr>
        <p:spPr>
          <a:xfrm>
            <a:off x="3471951" y="3204984"/>
            <a:ext cx="12824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4.2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5383FC6-CAC7-8D8C-3C4A-06075D4D7F11}"/>
              </a:ext>
            </a:extLst>
          </p:cNvPr>
          <p:cNvSpPr txBox="1"/>
          <p:nvPr/>
        </p:nvSpPr>
        <p:spPr>
          <a:xfrm>
            <a:off x="3471951" y="4242978"/>
            <a:ext cx="12824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3.8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4C32F2B-746F-D060-8F11-E25FF6F0443E}"/>
              </a:ext>
            </a:extLst>
          </p:cNvPr>
          <p:cNvSpPr txBox="1"/>
          <p:nvPr/>
        </p:nvSpPr>
        <p:spPr>
          <a:xfrm>
            <a:off x="3471951" y="3723981"/>
            <a:ext cx="128240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4.0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1A08D6F-9751-B053-71B7-E0F551485AC8}"/>
              </a:ext>
            </a:extLst>
          </p:cNvPr>
          <p:cNvSpPr txBox="1"/>
          <p:nvPr/>
        </p:nvSpPr>
        <p:spPr>
          <a:xfrm>
            <a:off x="5355665" y="4329145"/>
            <a:ext cx="17953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0.97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EB016B4B-9624-6571-A0EA-2BB545265959}"/>
              </a:ext>
            </a:extLst>
          </p:cNvPr>
          <p:cNvSpPr txBox="1"/>
          <p:nvPr/>
        </p:nvSpPr>
        <p:spPr>
          <a:xfrm>
            <a:off x="5355665" y="3222176"/>
            <a:ext cx="179536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0.98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D047DDB1-B025-79A2-8EE1-205F2D966870}"/>
              </a:ext>
            </a:extLst>
          </p:cNvPr>
          <p:cNvSpPr txBox="1"/>
          <p:nvPr/>
        </p:nvSpPr>
        <p:spPr>
          <a:xfrm>
            <a:off x="7320391" y="3160620"/>
            <a:ext cx="102592" cy="123111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800" dirty="0">
                <a:latin typeface="times" panose="02020603050405020304" pitchFamily="18" charset="0"/>
                <a:cs typeface="times" panose="02020603050405020304" pitchFamily="18" charset="0"/>
              </a:rPr>
              <a:t>20</a:t>
            </a:r>
            <a:endParaRPr lang="ko-KR" altLang="en-US" sz="8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390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45AE-B3EB-5E63-1AB1-67C5E74CB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래픽 20">
            <a:extLst>
              <a:ext uri="{FF2B5EF4-FFF2-40B4-BE49-F238E27FC236}">
                <a16:creationId xmlns:a16="http://schemas.microsoft.com/office/drawing/2014/main" id="{DE7021C3-2B3F-6036-40A5-F44AEE05D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46236" y="1491895"/>
            <a:ext cx="1411346" cy="1349114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8B3D199D-911A-B48B-30D0-4DB0329B5A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2748" y="1491895"/>
            <a:ext cx="1375142" cy="1349113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3EBC8022-C0A7-5C05-6F73-021728C1A3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75407" y="1453795"/>
            <a:ext cx="1502144" cy="13872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AA1E57-74D2-05AE-E42B-E430E63365A1}"/>
              </a:ext>
            </a:extLst>
          </p:cNvPr>
          <p:cNvSpPr txBox="1"/>
          <p:nvPr/>
        </p:nvSpPr>
        <p:spPr>
          <a:xfrm>
            <a:off x="157782" y="36339"/>
            <a:ext cx="3028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Figure 3. Beta diversity</a:t>
            </a:r>
            <a:endParaRPr lang="ko-KR" altLang="en-US" sz="1600" b="1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070D8CE-701D-26C8-D86A-4CE241E9DD59}"/>
              </a:ext>
            </a:extLst>
          </p:cNvPr>
          <p:cNvSpPr/>
          <p:nvPr/>
        </p:nvSpPr>
        <p:spPr>
          <a:xfrm rot="5400000">
            <a:off x="1230646" y="2156890"/>
            <a:ext cx="2340000" cy="212913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D62287A-AA2B-3E51-4629-4B330BED778B}"/>
              </a:ext>
            </a:extLst>
          </p:cNvPr>
          <p:cNvCxnSpPr>
            <a:cxnSpLocks/>
          </p:cNvCxnSpPr>
          <p:nvPr/>
        </p:nvCxnSpPr>
        <p:spPr>
          <a:xfrm>
            <a:off x="3603828" y="1455297"/>
            <a:ext cx="0" cy="14012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75366E59-D556-7AB0-CE5F-C64453ADAABC}"/>
              </a:ext>
            </a:extLst>
          </p:cNvPr>
          <p:cNvCxnSpPr>
            <a:cxnSpLocks/>
          </p:cNvCxnSpPr>
          <p:nvPr/>
        </p:nvCxnSpPr>
        <p:spPr>
          <a:xfrm flipH="1">
            <a:off x="3603828" y="2856498"/>
            <a:ext cx="143716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6B8333C-5428-3E75-085D-82CE7D5C31ED}"/>
              </a:ext>
            </a:extLst>
          </p:cNvPr>
          <p:cNvSpPr/>
          <p:nvPr/>
        </p:nvSpPr>
        <p:spPr>
          <a:xfrm rot="16200000">
            <a:off x="1832212" y="2193126"/>
            <a:ext cx="1728000" cy="157093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918ED3-C9B5-5917-00BF-E4D10403E9C6}"/>
              </a:ext>
            </a:extLst>
          </p:cNvPr>
          <p:cNvSpPr txBox="1"/>
          <p:nvPr/>
        </p:nvSpPr>
        <p:spPr>
          <a:xfrm>
            <a:off x="4175735" y="2988525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[34.1%]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3C721B-D6F4-BF66-9B4C-5B2C1CE5A1CF}"/>
              </a:ext>
            </a:extLst>
          </p:cNvPr>
          <p:cNvSpPr txBox="1"/>
          <p:nvPr/>
        </p:nvSpPr>
        <p:spPr>
          <a:xfrm>
            <a:off x="3445258" y="2733286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64A06D3-E797-16CD-25BA-B5EC1A5395B3}"/>
              </a:ext>
            </a:extLst>
          </p:cNvPr>
          <p:cNvSpPr/>
          <p:nvPr/>
        </p:nvSpPr>
        <p:spPr>
          <a:xfrm>
            <a:off x="3238047" y="1231418"/>
            <a:ext cx="308628" cy="1401201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A3EF5-5F7B-C558-E091-21F28B484BE9}"/>
              </a:ext>
            </a:extLst>
          </p:cNvPr>
          <p:cNvSpPr txBox="1"/>
          <p:nvPr/>
        </p:nvSpPr>
        <p:spPr>
          <a:xfrm rot="16200000">
            <a:off x="3217047" y="2102037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[19.4%]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B04759-8CEF-C4B4-8444-A0FE3EC179A2}"/>
              </a:ext>
            </a:extLst>
          </p:cNvPr>
          <p:cNvSpPr txBox="1"/>
          <p:nvPr/>
        </p:nvSpPr>
        <p:spPr>
          <a:xfrm>
            <a:off x="3475716" y="1450157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191901-E458-41E0-BD4D-FF692FFE80F6}"/>
              </a:ext>
            </a:extLst>
          </p:cNvPr>
          <p:cNvSpPr txBox="1"/>
          <p:nvPr/>
        </p:nvSpPr>
        <p:spPr>
          <a:xfrm>
            <a:off x="3475716" y="1770939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7D57FE-374F-F7BD-5F34-1EAB3F651740}"/>
              </a:ext>
            </a:extLst>
          </p:cNvPr>
          <p:cNvSpPr txBox="1"/>
          <p:nvPr/>
        </p:nvSpPr>
        <p:spPr>
          <a:xfrm>
            <a:off x="3445258" y="2412503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AEFD814-B57E-E29C-3EC2-CB718927478E}"/>
              </a:ext>
            </a:extLst>
          </p:cNvPr>
          <p:cNvSpPr txBox="1"/>
          <p:nvPr/>
        </p:nvSpPr>
        <p:spPr>
          <a:xfrm>
            <a:off x="3475716" y="2091721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4FB1A5-5288-C912-5628-9C8A55559A4D}"/>
              </a:ext>
            </a:extLst>
          </p:cNvPr>
          <p:cNvSpPr txBox="1"/>
          <p:nvPr/>
        </p:nvSpPr>
        <p:spPr>
          <a:xfrm>
            <a:off x="5564165" y="1121922"/>
            <a:ext cx="1311256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Jensen-Shannon Divergence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B02B46-5639-4D73-71AA-D46FFFC9FD20}"/>
              </a:ext>
            </a:extLst>
          </p:cNvPr>
          <p:cNvSpPr txBox="1"/>
          <p:nvPr/>
        </p:nvSpPr>
        <p:spPr>
          <a:xfrm>
            <a:off x="7693977" y="1121922"/>
            <a:ext cx="666849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Jaccard Index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46179BC2-9E3D-92EB-F59E-EDF13156087F}"/>
              </a:ext>
            </a:extLst>
          </p:cNvPr>
          <p:cNvCxnSpPr>
            <a:cxnSpLocks/>
          </p:cNvCxnSpPr>
          <p:nvPr/>
        </p:nvCxnSpPr>
        <p:spPr>
          <a:xfrm>
            <a:off x="5504898" y="1455297"/>
            <a:ext cx="0" cy="14012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F57227A-023F-99B1-65E2-A6EE23FFE887}"/>
              </a:ext>
            </a:extLst>
          </p:cNvPr>
          <p:cNvCxnSpPr>
            <a:cxnSpLocks/>
          </p:cNvCxnSpPr>
          <p:nvPr/>
        </p:nvCxnSpPr>
        <p:spPr>
          <a:xfrm flipH="1">
            <a:off x="5504386" y="2856498"/>
            <a:ext cx="143716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AFC2FC4B-ABF2-7860-D0BB-6151379995A5}"/>
              </a:ext>
            </a:extLst>
          </p:cNvPr>
          <p:cNvSpPr txBox="1"/>
          <p:nvPr/>
        </p:nvSpPr>
        <p:spPr>
          <a:xfrm rot="16200000">
            <a:off x="5118117" y="2102036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[23.2%]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B156491-6C16-45D9-BA79-ABFD1ED4899A}"/>
              </a:ext>
            </a:extLst>
          </p:cNvPr>
          <p:cNvSpPr txBox="1"/>
          <p:nvPr/>
        </p:nvSpPr>
        <p:spPr>
          <a:xfrm>
            <a:off x="5359594" y="1706950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BDDC4F4-C30D-7AE0-1CB1-D550C52400E6}"/>
              </a:ext>
            </a:extLst>
          </p:cNvPr>
          <p:cNvSpPr txBox="1"/>
          <p:nvPr/>
        </p:nvSpPr>
        <p:spPr>
          <a:xfrm>
            <a:off x="5329136" y="2487354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344CDF3-3A01-74B4-8732-C45D3EDD6978}"/>
              </a:ext>
            </a:extLst>
          </p:cNvPr>
          <p:cNvSpPr txBox="1"/>
          <p:nvPr/>
        </p:nvSpPr>
        <p:spPr>
          <a:xfrm>
            <a:off x="5359594" y="2097152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519440-DCD2-86C9-E4DD-16F2ADA5C395}"/>
              </a:ext>
            </a:extLst>
          </p:cNvPr>
          <p:cNvSpPr txBox="1"/>
          <p:nvPr/>
        </p:nvSpPr>
        <p:spPr>
          <a:xfrm>
            <a:off x="6076805" y="2988525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[40.2%]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17E6D7F-2BC9-88A8-8F75-6B840E90465D}"/>
              </a:ext>
            </a:extLst>
          </p:cNvPr>
          <p:cNvSpPr txBox="1"/>
          <p:nvPr/>
        </p:nvSpPr>
        <p:spPr>
          <a:xfrm>
            <a:off x="6121723" y="2872243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E905A0B-FB3B-CB03-F80A-92B749B48D8C}"/>
              </a:ext>
            </a:extLst>
          </p:cNvPr>
          <p:cNvSpPr txBox="1"/>
          <p:nvPr/>
        </p:nvSpPr>
        <p:spPr>
          <a:xfrm>
            <a:off x="6483589" y="2872243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70CCAC6-FE2F-5084-9098-A9E172E2E431}"/>
              </a:ext>
            </a:extLst>
          </p:cNvPr>
          <p:cNvSpPr txBox="1"/>
          <p:nvPr/>
        </p:nvSpPr>
        <p:spPr>
          <a:xfrm>
            <a:off x="6845456" y="2872243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F4E2F38-33CF-DD97-2446-A401B555252A}"/>
              </a:ext>
            </a:extLst>
          </p:cNvPr>
          <p:cNvSpPr/>
          <p:nvPr/>
        </p:nvSpPr>
        <p:spPr>
          <a:xfrm rot="5400000">
            <a:off x="8172285" y="2295285"/>
            <a:ext cx="244434" cy="138083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0523765-E903-6387-33B3-1917DD45FA51}"/>
              </a:ext>
            </a:extLst>
          </p:cNvPr>
          <p:cNvSpPr txBox="1"/>
          <p:nvPr/>
        </p:nvSpPr>
        <p:spPr>
          <a:xfrm>
            <a:off x="8009434" y="2988525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[26.1%]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83269A8-50C9-27C0-56CA-8134B7388B09}"/>
              </a:ext>
            </a:extLst>
          </p:cNvPr>
          <p:cNvSpPr txBox="1"/>
          <p:nvPr/>
        </p:nvSpPr>
        <p:spPr>
          <a:xfrm>
            <a:off x="7290292" y="1437284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5DF84E2D-3D93-F48B-D0DA-667BA6D4959E}"/>
              </a:ext>
            </a:extLst>
          </p:cNvPr>
          <p:cNvCxnSpPr>
            <a:cxnSpLocks/>
          </p:cNvCxnSpPr>
          <p:nvPr/>
        </p:nvCxnSpPr>
        <p:spPr>
          <a:xfrm>
            <a:off x="7429634" y="1458472"/>
            <a:ext cx="0" cy="140120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3192FD9F-9569-8FD7-9DFA-925E1A9667F9}"/>
              </a:ext>
            </a:extLst>
          </p:cNvPr>
          <p:cNvSpPr txBox="1"/>
          <p:nvPr/>
        </p:nvSpPr>
        <p:spPr>
          <a:xfrm rot="16200000">
            <a:off x="7034144" y="2102036"/>
            <a:ext cx="29335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[16.2%]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953F318-CB52-A491-F87C-DF658058470C}"/>
              </a:ext>
            </a:extLst>
          </p:cNvPr>
          <p:cNvSpPr txBox="1"/>
          <p:nvPr/>
        </p:nvSpPr>
        <p:spPr>
          <a:xfrm>
            <a:off x="7290292" y="1783298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5A6301C-FA5B-B14E-1595-90657765030D}"/>
              </a:ext>
            </a:extLst>
          </p:cNvPr>
          <p:cNvSpPr txBox="1"/>
          <p:nvPr/>
        </p:nvSpPr>
        <p:spPr>
          <a:xfrm>
            <a:off x="7259834" y="2463046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B85DB6B-3418-5960-F65C-A9883F97D49F}"/>
              </a:ext>
            </a:extLst>
          </p:cNvPr>
          <p:cNvSpPr txBox="1"/>
          <p:nvPr/>
        </p:nvSpPr>
        <p:spPr>
          <a:xfrm>
            <a:off x="7290292" y="2112568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7B40FC5-EB8F-BCFB-7839-13FB3FE2D4A5}"/>
              </a:ext>
            </a:extLst>
          </p:cNvPr>
          <p:cNvSpPr txBox="1"/>
          <p:nvPr/>
        </p:nvSpPr>
        <p:spPr>
          <a:xfrm>
            <a:off x="7259834" y="2784043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76C414-5884-35FA-E271-159AC0FBF64B}"/>
              </a:ext>
            </a:extLst>
          </p:cNvPr>
          <p:cNvSpPr txBox="1"/>
          <p:nvPr/>
        </p:nvSpPr>
        <p:spPr>
          <a:xfrm>
            <a:off x="3257401" y="1093347"/>
            <a:ext cx="14061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endParaRPr lang="ko-KR" alt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101F2-B97C-4A14-1C74-CA38A609C664}"/>
              </a:ext>
            </a:extLst>
          </p:cNvPr>
          <p:cNvSpPr txBox="1"/>
          <p:nvPr/>
        </p:nvSpPr>
        <p:spPr>
          <a:xfrm>
            <a:off x="3904026" y="1121922"/>
            <a:ext cx="83676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Bray-Curtis Index</a:t>
            </a:r>
            <a:endParaRPr lang="ko-KR" alt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91D375-9ADD-46CD-B411-61BBD25CDC4F}"/>
              </a:ext>
            </a:extLst>
          </p:cNvPr>
          <p:cNvSpPr/>
          <p:nvPr/>
        </p:nvSpPr>
        <p:spPr>
          <a:xfrm>
            <a:off x="3257401" y="579855"/>
            <a:ext cx="1908000" cy="196548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0D0385-3CF7-26BD-4622-C1C7049A54E0}"/>
              </a:ext>
            </a:extLst>
          </p:cNvPr>
          <p:cNvSpPr/>
          <p:nvPr/>
        </p:nvSpPr>
        <p:spPr>
          <a:xfrm flipV="1">
            <a:off x="3257401" y="196105"/>
            <a:ext cx="5724000" cy="159838"/>
          </a:xfrm>
          <a:prstGeom prst="rect">
            <a:avLst/>
          </a:prstGeom>
          <a:noFill/>
          <a:ln w="952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768579-7284-A432-1A48-A2F3723B8790}"/>
              </a:ext>
            </a:extLst>
          </p:cNvPr>
          <p:cNvSpPr/>
          <p:nvPr/>
        </p:nvSpPr>
        <p:spPr>
          <a:xfrm>
            <a:off x="5165401" y="579855"/>
            <a:ext cx="1908000" cy="196547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09441CE-D940-ABAD-B1D2-B3494D5E7D82}"/>
              </a:ext>
            </a:extLst>
          </p:cNvPr>
          <p:cNvSpPr/>
          <p:nvPr/>
        </p:nvSpPr>
        <p:spPr>
          <a:xfrm>
            <a:off x="7073401" y="579853"/>
            <a:ext cx="1908000" cy="277317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11726E-34E5-6CD5-708F-60D52681FA57}"/>
              </a:ext>
            </a:extLst>
          </p:cNvPr>
          <p:cNvSpPr/>
          <p:nvPr/>
        </p:nvSpPr>
        <p:spPr>
          <a:xfrm flipH="1">
            <a:off x="2020178" y="1093347"/>
            <a:ext cx="147598" cy="3672000"/>
          </a:xfrm>
          <a:prstGeom prst="rect">
            <a:avLst/>
          </a:prstGeom>
          <a:noFill/>
          <a:ln w="3175">
            <a:solidFill>
              <a:srgbClr val="FC24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9A6ADF-9059-6D5C-28D1-1217BD5140FD}"/>
              </a:ext>
            </a:extLst>
          </p:cNvPr>
          <p:cNvSpPr txBox="1"/>
          <p:nvPr/>
        </p:nvSpPr>
        <p:spPr>
          <a:xfrm>
            <a:off x="5729399" y="2872243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634DEA-BE2E-9DFF-D1C7-8964C2C1A3B0}"/>
              </a:ext>
            </a:extLst>
          </p:cNvPr>
          <p:cNvSpPr txBox="1"/>
          <p:nvPr/>
        </p:nvSpPr>
        <p:spPr>
          <a:xfrm>
            <a:off x="8085203" y="2877997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F4F7FC-88C6-2788-E82B-B9FF50634BFB}"/>
              </a:ext>
            </a:extLst>
          </p:cNvPr>
          <p:cNvSpPr txBox="1"/>
          <p:nvPr/>
        </p:nvSpPr>
        <p:spPr>
          <a:xfrm>
            <a:off x="8396521" y="2877997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E4A00A-8290-9056-5567-E31F9CDC39EA}"/>
              </a:ext>
            </a:extLst>
          </p:cNvPr>
          <p:cNvSpPr txBox="1"/>
          <p:nvPr/>
        </p:nvSpPr>
        <p:spPr>
          <a:xfrm>
            <a:off x="3933638" y="2877874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5B5E55-0DAA-2A18-DF8E-82562A242726}"/>
              </a:ext>
            </a:extLst>
          </p:cNvPr>
          <p:cNvSpPr txBox="1"/>
          <p:nvPr/>
        </p:nvSpPr>
        <p:spPr>
          <a:xfrm>
            <a:off x="4291020" y="2877874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859C79-C1DC-2A50-456D-977821F0CC26}"/>
              </a:ext>
            </a:extLst>
          </p:cNvPr>
          <p:cNvSpPr txBox="1"/>
          <p:nvPr/>
        </p:nvSpPr>
        <p:spPr>
          <a:xfrm>
            <a:off x="4617944" y="2877874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DEED16-9342-498F-62F0-4DF2D48D87BE}"/>
              </a:ext>
            </a:extLst>
          </p:cNvPr>
          <p:cNvSpPr txBox="1"/>
          <p:nvPr/>
        </p:nvSpPr>
        <p:spPr>
          <a:xfrm>
            <a:off x="4944866" y="2877874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D7E4EC-AD5E-1BD9-438B-EA5FE7BACE9D}"/>
              </a:ext>
            </a:extLst>
          </p:cNvPr>
          <p:cNvSpPr txBox="1"/>
          <p:nvPr/>
        </p:nvSpPr>
        <p:spPr>
          <a:xfrm>
            <a:off x="3576256" y="2877874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A79FD0-C719-EFBA-35F8-A8DAFD480F49}"/>
              </a:ext>
            </a:extLst>
          </p:cNvPr>
          <p:cNvSpPr txBox="1"/>
          <p:nvPr/>
        </p:nvSpPr>
        <p:spPr>
          <a:xfrm>
            <a:off x="7743427" y="2877997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-0.5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8FB012-A76B-5554-7982-2AFC50B17E24}"/>
              </a:ext>
            </a:extLst>
          </p:cNvPr>
          <p:cNvSpPr txBox="1"/>
          <p:nvPr/>
        </p:nvSpPr>
        <p:spPr>
          <a:xfrm>
            <a:off x="8707839" y="2877997"/>
            <a:ext cx="112210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0DABA5-F5BF-9EDF-BFDE-33DA9E057D85}"/>
              </a:ext>
            </a:extLst>
          </p:cNvPr>
          <p:cNvSpPr txBox="1"/>
          <p:nvPr/>
        </p:nvSpPr>
        <p:spPr>
          <a:xfrm>
            <a:off x="7401651" y="2877997"/>
            <a:ext cx="142668" cy="107722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-1.0</a:t>
            </a:r>
            <a:endParaRPr lang="ko-KR" alt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3EA84F9-406A-1CB7-CAE2-39772C1AE034}"/>
              </a:ext>
            </a:extLst>
          </p:cNvPr>
          <p:cNvCxnSpPr>
            <a:cxnSpLocks/>
          </p:cNvCxnSpPr>
          <p:nvPr/>
        </p:nvCxnSpPr>
        <p:spPr>
          <a:xfrm flipH="1">
            <a:off x="7431177" y="2856498"/>
            <a:ext cx="1437165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917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58696</TotalTime>
  <Words>309</Words>
  <Application>Microsoft Office PowerPoint</Application>
  <PresentationFormat>와이드스크린</PresentationFormat>
  <Paragraphs>207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Arial</vt:lpstr>
      <vt:lpstr>times</vt:lpstr>
      <vt:lpstr>Times New Roman</vt:lpstr>
      <vt:lpstr>Office 테마</vt:lpstr>
      <vt:lpstr>PowerPoint 프레젠테이션</vt:lpstr>
      <vt:lpstr>샘플 채취 장소 이미지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조수진</dc:creator>
  <cp:lastModifiedBy>인영 황</cp:lastModifiedBy>
  <cp:revision>63</cp:revision>
  <cp:lastPrinted>2026-04-17T06:34:54Z</cp:lastPrinted>
  <dcterms:created xsi:type="dcterms:W3CDTF">2026-03-12T07:51:34Z</dcterms:created>
  <dcterms:modified xsi:type="dcterms:W3CDTF">2026-09-04T07:32:54Z</dcterms:modified>
</cp:coreProperties>
</file>